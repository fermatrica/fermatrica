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authors.xml" ContentType="application/vnd.ms-powerpoint.authors+xml"/>
  <Override PartName="/ppt/charts/chart1.xml" ContentType="application/vnd.openxmlformats-officedocument.drawingml.chart+xml"/>
  <Override PartName="/ppt/charts/chart10.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autoCompressPictures="0">
  <p:sldMasterIdLst>
    <p:sldMasterId id="2147483931" r:id="rId1"/>
  </p:sldMasterIdLst>
  <p:notesMasterIdLst>
    <p:notesMasterId r:id="rId3"/>
  </p:notesMasterIdLst>
  <p:handoutMasterIdLst>
    <p:handoutMasterId r:id="rId4"/>
  </p:handoutMasterIdLst>
  <p:sldIdLst>
    <p:sldId id="576" r:id="rId2"/>
    <p:sldId id="577" r:id="rId19"/>
    <p:sldId id="578" r:id="rId20"/>
    <p:sldId id="579" r:id="rId21"/>
    <p:sldId id="580" r:id="rId22"/>
    <p:sldId id="581" r:id="rId23"/>
    <p:sldId id="582" r:id="rId24"/>
  </p:sldIdLst>
  <p:sldSz cx="12192000" cy="6858000"/>
  <p:notesSz cx="6858000" cy="9144000"/>
  <p:embeddedFontLst>
    <p:embeddedFont>
      <p:font typeface="Calibri" panose="020F0502020204030204" pitchFamily="34" charset="0"/>
      <p:regular r:id="rId5"/>
      <p:bold r:id="rId6"/>
      <p:italic r:id="rId7"/>
      <p:boldItalic r:id="rId8"/>
    </p:embeddedFont>
    <p:embeddedFont>
      <p:font typeface="Verdana" panose="020B0604030504040204" pitchFamily="34" charset="0"/>
      <p:regular r:id="rId9"/>
      <p:bold r:id="rId10"/>
      <p:italic r:id="rId11"/>
      <p:boldItalic r:id="rId12"/>
    </p:embeddedFont>
    <p:embeddedFont>
      <p:font typeface="Ony Okkam" panose="00000500000000000000" pitchFamily="2" charset="-52"/>
      <p:regular r:id="rId13"/>
    </p:embeddedFont>
  </p:embeddedFontLst>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4951" userDrawn="1">
          <p15:clr>
            <a:srgbClr val="A4A3A4"/>
          </p15:clr>
        </p15:guide>
        <p15:guide id="3" orient="horz" pos="132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1D28051-6AD2-7CB4-B1E4-DA027CD99339}" name="Arkhipov Dmitrii" initials="" userId="S::Dmitrii.Arkhipov@okkam.ru::4cb249b1-51a9-4135-a203-1f644f52fb62" providerId="AD"/>
  <p188:author id="{552E7C6B-ECB8-E897-D771-AE427E643DF0}" name="Rodion Shevelkin" initials="RS" userId="Rodion Shevelkin" providerId="None"/>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608"/>
    <p:restoredTop sz="96327"/>
  </p:normalViewPr>
  <p:slideViewPr>
    <p:cSldViewPr snapToGrid="0">
      <p:cViewPr varScale="1">
        <p:scale>
          <a:sx n="115" d="100"/>
          <a:sy n="115" d="100"/>
        </p:scale>
        <p:origin x="450" y="108"/>
      </p:cViewPr>
      <p:guideLst>
        <p:guide pos="4951"/>
        <p:guide orient="horz" pos="1321"/>
      </p:guideLst>
    </p:cSldViewPr>
  </p:slideViewPr>
  <p:notesTextViewPr>
    <p:cViewPr>
      <p:scale>
        <a:sx n="1" d="1"/>
        <a:sy n="1" d="1"/>
      </p:scale>
      <p:origin x="0" y="0"/>
    </p:cViewPr>
  </p:notesTextViewPr>
  <p:notesViewPr>
    <p:cSldViewPr snapToGrid="0" showGuides="1">
      <p:cViewPr varScale="1">
        <p:scale>
          <a:sx n="137" d="100"/>
          <a:sy n="137" d="100"/>
        </p:scale>
        <p:origin x="5224" y="200"/>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handoutMaster" Target="handoutMasters/handoutMaster1.xml"/><Relationship Id="rId5" Type="http://schemas.openxmlformats.org/officeDocument/2006/relationships/font" Target="fonts/font1.fntdata"/><Relationship Id="rId6" Type="http://schemas.openxmlformats.org/officeDocument/2006/relationships/font" Target="fonts/font2.fntdata"/><Relationship Id="rId7" Type="http://schemas.openxmlformats.org/officeDocument/2006/relationships/font" Target="fonts/font3.fntdata"/><Relationship Id="rId8" Type="http://schemas.openxmlformats.org/officeDocument/2006/relationships/font" Target="fonts/font4.fntdata"/><Relationship Id="rId9" Type="http://schemas.openxmlformats.org/officeDocument/2006/relationships/font" Target="fonts/font5.fntdata"/><Relationship Id="rId10" Type="http://schemas.openxmlformats.org/officeDocument/2006/relationships/font" Target="fonts/font6.fntdata"/><Relationship Id="rId11" Type="http://schemas.openxmlformats.org/officeDocument/2006/relationships/font" Target="fonts/font7.fntdata"/><Relationship Id="rId12" Type="http://schemas.openxmlformats.org/officeDocument/2006/relationships/font" Target="fonts/font8.fntdata"/><Relationship Id="rId13" Type="http://schemas.openxmlformats.org/officeDocument/2006/relationships/font" Target="fonts/font9.fntdata"/><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microsoft.com/office/2018/10/relationships/authors" Target="authors.xml"/><Relationship Id="rId19" Type="http://schemas.openxmlformats.org/officeDocument/2006/relationships/slide" Target="slides/slide2.xml"/><Relationship Id="rId20" Type="http://schemas.openxmlformats.org/officeDocument/2006/relationships/slide" Target="slides/slide3.xml"/><Relationship Id="rId21" Type="http://schemas.openxmlformats.org/officeDocument/2006/relationships/slide" Target="slides/slide4.xml"/><Relationship Id="rId22" Type="http://schemas.openxmlformats.org/officeDocument/2006/relationships/slide" Target="slides/slide5.xml"/><Relationship Id="rId23" Type="http://schemas.openxmlformats.org/officeDocument/2006/relationships/slide" Target="slides/slide6.xml"/><Relationship Id="rId24"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pPr>
            <a:r>
              <a:t>Brand_1: Prediction in Packs</a:t>
            </a:r>
          </a:p>
        </c:rich>
      </c:tx>
      <c:layout/>
      <c:overlay val="0"/>
    </c:title>
    <c:autoTitleDeleted val="0"/>
    <c:plotArea>
      <c:lineChart>
        <c:grouping val="standard"/>
        <c:varyColors val="0"/>
        <c:ser>
          <c:idx val="0"/>
          <c:order val="0"/>
          <c:tx>
            <c:strRef>
              <c:f>Sheet1!$B$1</c:f>
              <c:strCache>
                <c:ptCount val="1"/>
                <c:pt idx="0">
                  <c:v>Observed</c:v>
                </c:pt>
              </c:strCache>
            </c:strRef>
          </c:tx>
          <c:spPr>
            <a:ln>
              <a:solidFill>
                <a:srgbClr val="000000"/>
              </a:solidFill>
            </a:ln>
          </c:spPr>
          <c:marker>
            <c:symbol val="none"/>
          </c:marker>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Sheet1!$B$2:$B$67</c:f>
              <c:numCache>
                <c:formatCode>General</c:formatCode>
                <c:ptCount val="66"/>
                <c:pt idx="0">
                  <c:v>43.09</c:v>
                </c:pt>
                <c:pt idx="1">
                  <c:v>38.28</c:v>
                </c:pt>
                <c:pt idx="2">
                  <c:v>39.77</c:v>
                </c:pt>
                <c:pt idx="3">
                  <c:v>41.8</c:v>
                </c:pt>
                <c:pt idx="4">
                  <c:v>40.55</c:v>
                </c:pt>
                <c:pt idx="5">
                  <c:v>42.58</c:v>
                </c:pt>
                <c:pt idx="6">
                  <c:v>40.59</c:v>
                </c:pt>
                <c:pt idx="7">
                  <c:v>38.79</c:v>
                </c:pt>
                <c:pt idx="8">
                  <c:v>43.96</c:v>
                </c:pt>
                <c:pt idx="9">
                  <c:v>40.96</c:v>
                </c:pt>
                <c:pt idx="10">
                  <c:v>41.55</c:v>
                </c:pt>
                <c:pt idx="11">
                  <c:v>39.01</c:v>
                </c:pt>
                <c:pt idx="12">
                  <c:v>41.03</c:v>
                </c:pt>
                <c:pt idx="13">
                  <c:v>43.03</c:v>
                </c:pt>
                <c:pt idx="14">
                  <c:v>40.52</c:v>
                </c:pt>
                <c:pt idx="15">
                  <c:v>43.22</c:v>
                </c:pt>
                <c:pt idx="16">
                  <c:v>40.99</c:v>
                </c:pt>
                <c:pt idx="17">
                  <c:v>42.16</c:v>
                </c:pt>
                <c:pt idx="18">
                  <c:v>41.09</c:v>
                </c:pt>
                <c:pt idx="19">
                  <c:v>46.39</c:v>
                </c:pt>
                <c:pt idx="20">
                  <c:v>41.52</c:v>
                </c:pt>
                <c:pt idx="21">
                  <c:v>39.94</c:v>
                </c:pt>
                <c:pt idx="22">
                  <c:v>43.22</c:v>
                </c:pt>
                <c:pt idx="23">
                  <c:v>39.23</c:v>
                </c:pt>
                <c:pt idx="24">
                  <c:v>41.69</c:v>
                </c:pt>
                <c:pt idx="25">
                  <c:v>38.55</c:v>
                </c:pt>
                <c:pt idx="26">
                  <c:v>39.33</c:v>
                </c:pt>
                <c:pt idx="27">
                  <c:v>42.53</c:v>
                </c:pt>
                <c:pt idx="28">
                  <c:v>43.75</c:v>
                </c:pt>
                <c:pt idx="29">
                  <c:v>42.27</c:v>
                </c:pt>
                <c:pt idx="30">
                  <c:v>40.89</c:v>
                </c:pt>
                <c:pt idx="31">
                  <c:v>40.55</c:v>
                </c:pt>
                <c:pt idx="32">
                  <c:v>38.72</c:v>
                </c:pt>
                <c:pt idx="33">
                  <c:v>40.02</c:v>
                </c:pt>
                <c:pt idx="34">
                  <c:v>40.6</c:v>
                </c:pt>
                <c:pt idx="35">
                  <c:v>43.56</c:v>
                </c:pt>
                <c:pt idx="36">
                  <c:v>42.74</c:v>
                </c:pt>
                <c:pt idx="37">
                  <c:v>38.55</c:v>
                </c:pt>
                <c:pt idx="38">
                  <c:v>42.67</c:v>
                </c:pt>
                <c:pt idx="39">
                  <c:v>41.89</c:v>
                </c:pt>
                <c:pt idx="40">
                  <c:v>40.72</c:v>
                </c:pt>
                <c:pt idx="41">
                  <c:v>42.74</c:v>
                </c:pt>
                <c:pt idx="42">
                  <c:v>44.09</c:v>
                </c:pt>
                <c:pt idx="43">
                  <c:v>43.61</c:v>
                </c:pt>
                <c:pt idx="44">
                  <c:v>38.76</c:v>
                </c:pt>
                <c:pt idx="45">
                  <c:v>40.62</c:v>
                </c:pt>
                <c:pt idx="46">
                  <c:v>40.84</c:v>
                </c:pt>
                <c:pt idx="47">
                  <c:v>43.57</c:v>
                </c:pt>
                <c:pt idx="48">
                  <c:v>40.26</c:v>
                </c:pt>
                <c:pt idx="49">
                  <c:v>41.68</c:v>
                </c:pt>
                <c:pt idx="50">
                  <c:v>39.47</c:v>
                </c:pt>
                <c:pt idx="51">
                  <c:v>39.74</c:v>
                </c:pt>
                <c:pt idx="52">
                  <c:v>42.94</c:v>
                </c:pt>
                <c:pt idx="53">
                  <c:v>44.21</c:v>
                </c:pt>
                <c:pt idx="54">
                  <c:v>41.2</c:v>
                </c:pt>
                <c:pt idx="55">
                  <c:v>43.45</c:v>
                </c:pt>
                <c:pt idx="56">
                  <c:v>42.31</c:v>
                </c:pt>
                <c:pt idx="57">
                  <c:v>39.74</c:v>
                </c:pt>
                <c:pt idx="58">
                  <c:v>41.66</c:v>
                </c:pt>
                <c:pt idx="59">
                  <c:v>43.62</c:v>
                </c:pt>
                <c:pt idx="60">
                  <c:v>40.74</c:v>
                </c:pt>
                <c:pt idx="61">
                  <c:v>44.68</c:v>
                </c:pt>
                <c:pt idx="62">
                  <c:v>36.6</c:v>
                </c:pt>
                <c:pt idx="63">
                  <c:v>43.63</c:v>
                </c:pt>
                <c:pt idx="64">
                  <c:v>42.18</c:v>
                </c:pt>
                <c:pt idx="65">
                  <c:v>41.02</c:v>
                </c:pt>
              </c:numCache>
            </c:numRef>
          </c:val>
          <c:smooth val="0"/>
        </c:ser>
        <c:ser>
          <c:idx val="1"/>
          <c:order val="1"/>
          <c:tx>
            <c:strRef>
              <c:f>Sheet1!$C$1</c:f>
              <c:strCache>
                <c:ptCount val="1"/>
                <c:pt idx="0">
                  <c:v>Predicted</c:v>
                </c:pt>
              </c:strCache>
            </c:strRef>
          </c:tx>
          <c:spPr>
            <a:ln>
              <a:solidFill>
                <a:srgbClr val="FF0000"/>
              </a:solidFill>
            </a:ln>
          </c:spPr>
          <c:marker>
            <c:symbol val="none"/>
          </c:marker>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Sheet1!$C$2:$C$67</c:f>
              <c:numCache>
                <c:formatCode>General</c:formatCode>
                <c:ptCount val="66"/>
                <c:pt idx="0">
                  <c:v>42.907300457064764</c:v>
                </c:pt>
                <c:pt idx="1">
                  <c:v>41.4912547882324</c:v>
                </c:pt>
                <c:pt idx="2">
                  <c:v>42.422267175860334</c:v>
                </c:pt>
                <c:pt idx="3">
                  <c:v>42.181664177956115</c:v>
                </c:pt>
                <c:pt idx="4">
                  <c:v>42.26900756396993</c:v>
                </c:pt>
                <c:pt idx="5">
                  <c:v>41.76356836489411</c:v>
                </c:pt>
                <c:pt idx="6">
                  <c:v>40.73823810968631</c:v>
                </c:pt>
                <c:pt idx="7">
                  <c:v>40.22705537718713</c:v>
                </c:pt>
                <c:pt idx="8">
                  <c:v>40.39470963029473</c:v>
                </c:pt>
                <c:pt idx="9">
                  <c:v>40.99893394487541</c:v>
                </c:pt>
                <c:pt idx="10">
                  <c:v>40.911329120951294</c:v>
                </c:pt>
                <c:pt idx="11">
                  <c:v>40.813416001091745</c:v>
                </c:pt>
                <c:pt idx="12">
                  <c:v>43.22634766802275</c:v>
                </c:pt>
                <c:pt idx="13">
                  <c:v>42.49673227192064</c:v>
                </c:pt>
                <c:pt idx="14">
                  <c:v>41.77580237631541</c:v>
                </c:pt>
                <c:pt idx="15">
                  <c:v>41.02151453087488</c:v>
                </c:pt>
                <c:pt idx="16">
                  <c:v>41.60755393940216</c:v>
                </c:pt>
                <c:pt idx="17">
                  <c:v>42.140607621541676</c:v>
                </c:pt>
                <c:pt idx="18">
                  <c:v>41.57218728443554</c:v>
                </c:pt>
                <c:pt idx="19">
                  <c:v>42.13301275554235</c:v>
                </c:pt>
                <c:pt idx="20">
                  <c:v>41.63690602170089</c:v>
                </c:pt>
                <c:pt idx="21">
                  <c:v>41.52622241834035</c:v>
                </c:pt>
                <c:pt idx="22">
                  <c:v>40.76200323255513</c:v>
                </c:pt>
                <c:pt idx="23">
                  <c:v>40.43977713826322</c:v>
                </c:pt>
                <c:pt idx="24">
                  <c:v>40.91939749582081</c:v>
                </c:pt>
                <c:pt idx="25">
                  <c:v>41.34493622574044</c:v>
                </c:pt>
                <c:pt idx="26">
                  <c:v>40.982122254796636</c:v>
                </c:pt>
                <c:pt idx="27">
                  <c:v>41.77854230492046</c:v>
                </c:pt>
                <c:pt idx="28">
                  <c:v>42.313929227434606</c:v>
                </c:pt>
                <c:pt idx="29">
                  <c:v>41.24373062657016</c:v>
                </c:pt>
                <c:pt idx="30">
                  <c:v>39.966607119787994</c:v>
                </c:pt>
                <c:pt idx="31">
                  <c:v>39.79834872218066</c:v>
                </c:pt>
                <c:pt idx="32">
                  <c:v>40.347413621307844</c:v>
                </c:pt>
                <c:pt idx="33">
                  <c:v>40.78485927457154</c:v>
                </c:pt>
                <c:pt idx="34">
                  <c:v>42.0161200155387</c:v>
                </c:pt>
                <c:pt idx="35">
                  <c:v>42.19479744913315</c:v>
                </c:pt>
                <c:pt idx="36">
                  <c:v>42.54692437299437</c:v>
                </c:pt>
                <c:pt idx="37">
                  <c:v>41.054659450255684</c:v>
                </c:pt>
                <c:pt idx="38">
                  <c:v>41.012414920266906</c:v>
                </c:pt>
                <c:pt idx="39">
                  <c:v>41.69694357160829</c:v>
                </c:pt>
                <c:pt idx="40">
                  <c:v>43.396855900018636</c:v>
                </c:pt>
                <c:pt idx="41">
                  <c:v>42.856558145169565</c:v>
                </c:pt>
                <c:pt idx="42">
                  <c:v>42.48142560012761</c:v>
                </c:pt>
                <c:pt idx="43">
                  <c:v>42.6097622787835</c:v>
                </c:pt>
                <c:pt idx="44">
                  <c:v>41.35905066697417</c:v>
                </c:pt>
                <c:pt idx="45">
                  <c:v>41.346091508708106</c:v>
                </c:pt>
                <c:pt idx="46">
                  <c:v>40.200335811425916</c:v>
                </c:pt>
                <c:pt idx="47">
                  <c:v>41.22701313465482</c:v>
                </c:pt>
                <c:pt idx="48">
                  <c:v>41.90642716671863</c:v>
                </c:pt>
                <c:pt idx="49">
                  <c:v>41.339149340755256</c:v>
                </c:pt>
                <c:pt idx="50">
                  <c:v>41.19539959336224</c:v>
                </c:pt>
                <c:pt idx="51">
                  <c:v>41.081754675132466</c:v>
                </c:pt>
                <c:pt idx="52">
                  <c:v>40.656530610462575</c:v>
                </c:pt>
                <c:pt idx="53">
                  <c:v>40.0189032164713</c:v>
                </c:pt>
                <c:pt idx="54">
                  <c:v>40.07193051858374</c:v>
                </c:pt>
                <c:pt idx="55">
                  <c:v>41.349024431045905</c:v>
                </c:pt>
                <c:pt idx="56">
                  <c:v>41.987412780675236</c:v>
                </c:pt>
                <c:pt idx="57">
                  <c:v>41.676195724838415</c:v>
                </c:pt>
                <c:pt idx="58">
                  <c:v>41.35231706722163</c:v>
                </c:pt>
                <c:pt idx="59">
                  <c:v>41.70936701508836</c:v>
                </c:pt>
                <c:pt idx="60">
                  <c:v>42.89772974309554</c:v>
                </c:pt>
                <c:pt idx="61">
                  <c:v>42.205702277351335</c:v>
                </c:pt>
                <c:pt idx="62">
                  <c:v>42.05225808447847</c:v>
                </c:pt>
                <c:pt idx="63">
                  <c:v>41.97134955910767</c:v>
                </c:pt>
                <c:pt idx="64">
                  <c:v>42.96866022827549</c:v>
                </c:pt>
                <c:pt idx="65">
                  <c:v>42.27613512610415</c:v>
                </c:pt>
              </c:numCache>
            </c:numRef>
          </c:val>
          <c:smooth val="0"/>
        </c:ser>
        <c:marker val="1"/>
        <c:smooth val="0"/>
        <c:axId val="2118791784"/>
        <c:axId val="2140495176"/>
      </c:lineChart>
      <c:dateAx>
        <c:axId val="2118791784"/>
        <c:scaling>
          <c:orientation val="minMax"/>
        </c:scaling>
        <c:delete val="0"/>
        <c:axPos val="b"/>
        <c:minorGridlines/>
        <c:numFmt formatCode="yyyy\-mm\-dd" sourceLinked="1"/>
        <c:majorTickMark val="out"/>
        <c:minorTickMark val="none"/>
        <c:tickLblPos val="nextTo"/>
        <c:crossAx val="2140495176"/>
        <c:crosses val="autoZero"/>
        <c:auto val="1"/>
        <c:lblOffset val="100"/>
        <c:baseTimeUnit val="days"/>
      </c:dateAx>
      <c:valAx>
        <c:axId val="2140495176"/>
        <c:scaling>
          <c:max val="56.0"/>
          <c:min val="0.0"/>
        </c:scaling>
        <c:delete val="0"/>
        <c:axPos val="l"/>
        <c:minorGridlines/>
        <c:title>
          <c:tx>
            <c:rich>
              <a:bodyPr/>
              <a:lstStyle/>
              <a:p>
                <a:pPr>
                  <a:defRPr sz="1200"/>
                </a:pPr>
                <a:r>
                  <a:t>Packs</a:t>
                </a:r>
              </a:p>
            </c:rich>
          </c:tx>
          <c:layout/>
          <c:overlay val="0"/>
        </c:title>
        <c:majorTickMark val="out"/>
        <c:minorTickMark val="none"/>
        <c:tickLblPos val="nextTo"/>
        <c:crossAx val="2118791784"/>
        <c:crosses val="autoZero"/>
      </c:valAx>
    </c:plotArea>
    <c:legend>
      <c:legendPos val="b"/>
      <c:layout/>
      <c:overlay val="0"/>
    </c:legend>
    <c:plotVisOnly val="1"/>
    <c:dispBlanksAs val="gap"/>
    <c:showDLblsOverMax val="0"/>
  </c:chart>
  <c:txPr>
    <a:bodyPr/>
    <a:lstStyle/>
    <a:p>
      <a:pPr>
        <a:defRPr sz="1000">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pPr>
            <a:r>
              <a:t>Brand_1: Value Sales Prediction</a:t>
            </a:r>
          </a:p>
        </c:rich>
      </c:tx>
      <c:layout/>
      <c:overlay val="0"/>
    </c:title>
    <c:autoTitleDeleted val="0"/>
    <c:plotArea>
      <c:lineChart>
        <c:grouping val="standard"/>
        <c:varyColors val="0"/>
        <c:ser>
          <c:idx val="0"/>
          <c:order val="0"/>
          <c:tx>
            <c:strRef>
              <c:f>Sheet1!$B$1</c:f>
              <c:strCache>
                <c:ptCount val="1"/>
                <c:pt idx="0">
                  <c:v>Observed</c:v>
                </c:pt>
              </c:strCache>
            </c:strRef>
          </c:tx>
          <c:spPr>
            <a:ln>
              <a:solidFill>
                <a:srgbClr val="000000"/>
              </a:solidFill>
            </a:ln>
          </c:spPr>
          <c:marker>
            <c:symbol val="none"/>
          </c:marker>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Sheet1!$B$2:$B$67</c:f>
              <c:numCache>
                <c:formatCode>General</c:formatCode>
                <c:ptCount val="66"/>
                <c:pt idx="0">
                  <c:v>8816.214</c:v>
                </c:pt>
                <c:pt idx="1">
                  <c:v>8378.3436</c:v>
                </c:pt>
                <c:pt idx="2">
                  <c:v>9461.6807</c:v>
                </c:pt>
                <c:pt idx="3">
                  <c:v>10262.318</c:v>
                </c:pt>
                <c:pt idx="4">
                  <c:v>9139.564499999999</c:v>
                </c:pt>
                <c:pt idx="5">
                  <c:v>9616.2672</c:v>
                </c:pt>
                <c:pt idx="6">
                  <c:v>7917.8913</c:v>
                </c:pt>
                <c:pt idx="7">
                  <c:v>6770.0187</c:v>
                </c:pt>
                <c:pt idx="8">
                  <c:v>6636.2016</c:v>
                </c:pt>
                <c:pt idx="9">
                  <c:v>6388.940799999999</c:v>
                </c:pt>
                <c:pt idx="10">
                  <c:v>6869.4615</c:v>
                </c:pt>
                <c:pt idx="11">
                  <c:v>6946.9008</c:v>
                </c:pt>
                <c:pt idx="12">
                  <c:v>8111.2207</c:v>
                </c:pt>
                <c:pt idx="13">
                  <c:v>9227.3532</c:v>
                </c:pt>
                <c:pt idx="14">
                  <c:v>9683.4696</c:v>
                </c:pt>
                <c:pt idx="15">
                  <c:v>10579.8238</c:v>
                </c:pt>
                <c:pt idx="16">
                  <c:v>9703.5627</c:v>
                </c:pt>
                <c:pt idx="17">
                  <c:v>8877.6312</c:v>
                </c:pt>
                <c:pt idx="18">
                  <c:v>8685.1933</c:v>
                </c:pt>
                <c:pt idx="19">
                  <c:v>8384.064699999999</c:v>
                </c:pt>
                <c:pt idx="20">
                  <c:v>6977.851200000001</c:v>
                </c:pt>
                <c:pt idx="21">
                  <c:v>6091.2494</c:v>
                </c:pt>
                <c:pt idx="22">
                  <c:v>7144.2660000000005</c:v>
                </c:pt>
                <c:pt idx="23">
                  <c:v>7142.606099999999</c:v>
                </c:pt>
                <c:pt idx="24">
                  <c:v>8308.817000000001</c:v>
                </c:pt>
                <c:pt idx="25">
                  <c:v>8649.078</c:v>
                </c:pt>
                <c:pt idx="26">
                  <c:v>9484.036199999999</c:v>
                </c:pt>
                <c:pt idx="27">
                  <c:v>9921.3984</c:v>
                </c:pt>
                <c:pt idx="28">
                  <c:v>10451.4375</c:v>
                </c:pt>
                <c:pt idx="29">
                  <c:v>9382.671900000001</c:v>
                </c:pt>
                <c:pt idx="30">
                  <c:v>8177.182199999999</c:v>
                </c:pt>
                <c:pt idx="31">
                  <c:v>6980.6825</c:v>
                </c:pt>
                <c:pt idx="32">
                  <c:v>6689.267199999999</c:v>
                </c:pt>
                <c:pt idx="33">
                  <c:v>6482.4396</c:v>
                </c:pt>
                <c:pt idx="34">
                  <c:v>6351.464</c:v>
                </c:pt>
                <c:pt idx="35">
                  <c:v>7787.656800000001</c:v>
                </c:pt>
                <c:pt idx="36">
                  <c:v>8618.0936</c:v>
                </c:pt>
                <c:pt idx="37">
                  <c:v>8578.5315</c:v>
                </c:pt>
                <c:pt idx="38">
                  <c:v>9984.78</c:v>
                </c:pt>
                <c:pt idx="39">
                  <c:v>10125.2319</c:v>
                </c:pt>
                <c:pt idx="40">
                  <c:v>9986.1728</c:v>
                </c:pt>
                <c:pt idx="41">
                  <c:v>9733.1802</c:v>
                </c:pt>
                <c:pt idx="42">
                  <c:v>8608.5725</c:v>
                </c:pt>
                <c:pt idx="43">
                  <c:v>7719.8422</c:v>
                </c:pt>
                <c:pt idx="44">
                  <c:v>6387.648</c:v>
                </c:pt>
                <c:pt idx="45">
                  <c:v>6143.775</c:v>
                </c:pt>
                <c:pt idx="46">
                  <c:v>6479.2660000000005</c:v>
                </c:pt>
                <c:pt idx="47">
                  <c:v>7489.247299999999</c:v>
                </c:pt>
                <c:pt idx="48">
                  <c:v>7820.9076</c:v>
                </c:pt>
                <c:pt idx="49">
                  <c:v>9459.276</c:v>
                </c:pt>
                <c:pt idx="50">
                  <c:v>9092.3092</c:v>
                </c:pt>
                <c:pt idx="51">
                  <c:v>9333.3364</c:v>
                </c:pt>
                <c:pt idx="52">
                  <c:v>10265.2364</c:v>
                </c:pt>
                <c:pt idx="53">
                  <c:v>9626.7275</c:v>
                </c:pt>
                <c:pt idx="54">
                  <c:v>8326.108</c:v>
                </c:pt>
                <c:pt idx="55">
                  <c:v>7662.8420000000015</c:v>
                </c:pt>
                <c:pt idx="56">
                  <c:v>6615.1685</c:v>
                </c:pt>
                <c:pt idx="57">
                  <c:v>6451.391600000001</c:v>
                </c:pt>
                <c:pt idx="58">
                  <c:v>6565.615999999999</c:v>
                </c:pt>
                <c:pt idx="59">
                  <c:v>7740.368999999999</c:v>
                </c:pt>
                <c:pt idx="60">
                  <c:v>7998.891600000001</c:v>
                </c:pt>
                <c:pt idx="61">
                  <c:v>9873.3864</c:v>
                </c:pt>
                <c:pt idx="62">
                  <c:v>8486.076000000001</c:v>
                </c:pt>
                <c:pt idx="63">
                  <c:v>10443.276800000001</c:v>
                </c:pt>
                <c:pt idx="64">
                  <c:v>9568.1112</c:v>
                </c:pt>
                <c:pt idx="65">
                  <c:v>9434.6</c:v>
                </c:pt>
              </c:numCache>
            </c:numRef>
          </c:val>
          <c:smooth val="0"/>
        </c:ser>
        <c:ser>
          <c:idx val="1"/>
          <c:order val="1"/>
          <c:tx>
            <c:strRef>
              <c:f>Sheet1!$C$1</c:f>
              <c:strCache>
                <c:ptCount val="1"/>
                <c:pt idx="0">
                  <c:v>Predicted</c:v>
                </c:pt>
              </c:strCache>
            </c:strRef>
          </c:tx>
          <c:spPr>
            <a:ln>
              <a:solidFill>
                <a:srgbClr val="0000FF"/>
              </a:solidFill>
            </a:ln>
          </c:spPr>
          <c:marker>
            <c:symbol val="none"/>
          </c:marker>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Sheet1!$C$2:$C$67</c:f>
              <c:numCache>
                <c:formatCode>General</c:formatCode>
                <c:ptCount val="66"/>
                <c:pt idx="0">
                  <c:v>8778.83367351545</c:v>
                </c:pt>
                <c:pt idx="1">
                  <c:v>9081.190935500426</c:v>
                </c:pt>
                <c:pt idx="2">
                  <c:v>10092.681583808931</c:v>
                </c:pt>
                <c:pt idx="3">
                  <c:v>10356.020372330006</c:v>
                </c:pt>
                <c:pt idx="4">
                  <c:v>9527.011614843183</c:v>
                </c:pt>
                <c:pt idx="5">
                  <c:v>9431.884279527687</c:v>
                </c:pt>
                <c:pt idx="6">
                  <c:v>7946.808108056508</c:v>
                </c:pt>
                <c:pt idx="7">
                  <c:v>7020.82797498047</c:v>
                </c:pt>
                <c:pt idx="8">
                  <c:v>6097.985365789293</c:v>
                </c:pt>
                <c:pt idx="9">
                  <c:v>6395.013716721666</c:v>
                </c:pt>
                <c:pt idx="10">
                  <c:v>6763.870043566878</c:v>
                </c:pt>
                <c:pt idx="11">
                  <c:v>7268.053121474419</c:v>
                </c:pt>
                <c:pt idx="12">
                  <c:v>8545.416670491417</c:v>
                </c:pt>
                <c:pt idx="13">
                  <c:v>9112.999268390662</c:v>
                </c:pt>
                <c:pt idx="14">
                  <c:v>9983.581251891857</c:v>
                </c:pt>
                <c:pt idx="15">
                  <c:v>10041.656542012863</c:v>
                </c:pt>
                <c:pt idx="16">
                  <c:v>9849.756244074673</c:v>
                </c:pt>
                <c:pt idx="17">
                  <c:v>8873.547746868031</c:v>
                </c:pt>
                <c:pt idx="18">
                  <c:v>8787.113226311141</c:v>
                </c:pt>
                <c:pt idx="19">
                  <c:v>7614.699395309169</c:v>
                </c:pt>
                <c:pt idx="20">
                  <c:v>6997.498426007051</c:v>
                </c:pt>
                <c:pt idx="21">
                  <c:v>6333.164181021087</c:v>
                </c:pt>
                <c:pt idx="22">
                  <c:v>6737.959134341364</c:v>
                </c:pt>
                <c:pt idx="23">
                  <c:v>7362.870223563584</c:v>
                </c:pt>
                <c:pt idx="24">
                  <c:v>8155.235920917088</c:v>
                </c:pt>
                <c:pt idx="25">
                  <c:v>9276.149891607125</c:v>
                </c:pt>
                <c:pt idx="26">
                  <c:v>9882.42896052166</c:v>
                </c:pt>
                <c:pt idx="27">
                  <c:v>9746.098348891845</c:v>
                </c:pt>
                <c:pt idx="28">
                  <c:v>10108.374553141852</c:v>
                </c:pt>
                <c:pt idx="29">
                  <c:v>9154.870887179779</c:v>
                </c:pt>
                <c:pt idx="30">
                  <c:v>7992.522091815203</c:v>
                </c:pt>
                <c:pt idx="31">
                  <c:v>6851.285732523402</c:v>
                </c:pt>
                <c:pt idx="32">
                  <c:v>6970.4191772171425</c:v>
                </c:pt>
                <c:pt idx="33">
                  <c:v>6606.3315052950975</c:v>
                </c:pt>
                <c:pt idx="34">
                  <c:v>6573.001815230874</c:v>
                </c:pt>
                <c:pt idx="35">
                  <c:v>7543.585887956025</c:v>
                </c:pt>
                <c:pt idx="36">
                  <c:v>8579.161830570583</c:v>
                </c:pt>
                <c:pt idx="37">
                  <c:v>9135.893367465398</c:v>
                </c:pt>
                <c:pt idx="38">
                  <c:v>9596.905091342456</c:v>
                </c:pt>
                <c:pt idx="39">
                  <c:v>10078.56823069344</c:v>
                </c:pt>
                <c:pt idx="40">
                  <c:v>10642.64494092057</c:v>
                </c:pt>
                <c:pt idx="41">
                  <c:v>9759.723986399464</c:v>
                </c:pt>
                <c:pt idx="42">
                  <c:v>8294.498348424915</c:v>
                </c:pt>
                <c:pt idx="43">
                  <c:v>7542.780118590255</c:v>
                </c:pt>
                <c:pt idx="44">
                  <c:v>6815.9715499173435</c:v>
                </c:pt>
                <c:pt idx="45">
                  <c:v>6253.596340692101</c:v>
                </c:pt>
                <c:pt idx="46">
                  <c:v>6377.783276482722</c:v>
                </c:pt>
                <c:pt idx="47">
                  <c:v>7086.511287715816</c:v>
                </c:pt>
                <c:pt idx="48">
                  <c:v>8140.74254140676</c:v>
                </c:pt>
                <c:pt idx="49">
                  <c:v>9381.919942884404</c:v>
                </c:pt>
                <c:pt idx="50">
                  <c:v>9489.772250326925</c:v>
                </c:pt>
                <c:pt idx="51">
                  <c:v>9648.46090300161</c:v>
                </c:pt>
                <c:pt idx="52">
                  <c:v>9719.350207737183</c:v>
                </c:pt>
                <c:pt idx="53">
                  <c:v>8714.116175386625</c:v>
                </c:pt>
                <c:pt idx="54">
                  <c:v>8098.136438500588</c:v>
                </c:pt>
                <c:pt idx="55">
                  <c:v>7292.313948659256</c:v>
                </c:pt>
                <c:pt idx="56">
                  <c:v>6564.7319882585725</c:v>
                </c:pt>
                <c:pt idx="57">
                  <c:v>6765.713613970269</c:v>
                </c:pt>
                <c:pt idx="58">
                  <c:v>6517.125169794128</c:v>
                </c:pt>
                <c:pt idx="59">
                  <c:v>7401.327176827429</c:v>
                </c:pt>
                <c:pt idx="60">
                  <c:v>8422.540257759378</c:v>
                </c:pt>
                <c:pt idx="61">
                  <c:v>9326.616089249097</c:v>
                </c:pt>
                <c:pt idx="62">
                  <c:v>9750.236559467177</c:v>
                </c:pt>
                <c:pt idx="63">
                  <c:v>10046.262230468014</c:v>
                </c:pt>
                <c:pt idx="64">
                  <c:v>9747.010886182012</c:v>
                </c:pt>
                <c:pt idx="65">
                  <c:v>9723.511079003954</c:v>
                </c:pt>
              </c:numCache>
            </c:numRef>
          </c:val>
          <c:smooth val="0"/>
        </c:ser>
        <c:marker val="1"/>
        <c:smooth val="0"/>
        <c:axId val="2118791784"/>
        <c:axId val="2140495176"/>
      </c:lineChart>
      <c:dateAx>
        <c:axId val="2118791784"/>
        <c:scaling>
          <c:orientation val="minMax"/>
        </c:scaling>
        <c:delete val="0"/>
        <c:axPos val="b"/>
        <c:minorGridlines/>
        <c:numFmt formatCode="yyyy\-mm\-dd" sourceLinked="1"/>
        <c:majorTickMark val="out"/>
        <c:minorTickMark val="none"/>
        <c:tickLblPos val="nextTo"/>
        <c:crossAx val="2140495176"/>
        <c:crosses val="autoZero"/>
        <c:auto val="1"/>
        <c:lblOffset val="100"/>
        <c:baseTimeUnit val="days"/>
      </c:dateAx>
      <c:valAx>
        <c:axId val="2140495176"/>
        <c:scaling>
          <c:max val="12771.0"/>
          <c:min val="0.0"/>
        </c:scaling>
        <c:delete val="0"/>
        <c:axPos val="l"/>
        <c:minorGridlines/>
        <c:title>
          <c:tx>
            <c:rich>
              <a:bodyPr/>
              <a:lstStyle/>
              <a:p>
                <a:pPr>
                  <a:defRPr sz="1200"/>
                </a:pPr>
                <a:r>
                  <a:t>RUB</a:t>
                </a:r>
              </a:p>
            </c:rich>
          </c:tx>
          <c:layout/>
          <c:overlay val="0"/>
        </c:title>
        <c:majorTickMark val="out"/>
        <c:minorTickMark val="none"/>
        <c:tickLblPos val="nextTo"/>
        <c:crossAx val="2118791784"/>
        <c:crosses val="autoZero"/>
      </c:valAx>
    </c:plotArea>
    <c:legend>
      <c:legendPos val="b"/>
      <c:layout/>
      <c:overlay val="0"/>
    </c:legend>
    <c:plotVisOnly val="1"/>
    <c:dispBlanksAs val="gap"/>
    <c:showDLblsOverMax val="0"/>
  </c:chart>
  <c:txPr>
    <a:bodyPr/>
    <a:lstStyle/>
    <a:p>
      <a:pPr>
        <a:defRPr sz="1000">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pPr>
            <a:r>
              <a:t>Brand_1: Packs Sales Factors</a:t>
            </a:r>
          </a:p>
        </c:rich>
      </c:tx>
      <c:layout/>
      <c:overlay val="0"/>
    </c:title>
    <c:autoTitleDeleted val="0"/>
    <c:plotArea>
      <c:barChart>
        <c:barDir val="col"/>
        <c:grouping val="stacked"/>
        <c:ser>
          <c:idx val="0"/>
          <c:order val="0"/>
          <c:tx>
            <c:strRef>
              <c:f>Sheet1!$B$1</c:f>
              <c:strCache>
                <c:ptCount val="1"/>
                <c:pt idx="0">
                  <c:v>Base</c:v>
                </c:pt>
              </c:strCache>
            </c:strRef>
          </c:tx>
          <c:spPr>
            <a:solidFill>
              <a:srgbClr val="D600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Sheet1!$B$2:$B$67</c:f>
              <c:numCache>
                <c:formatCode>General</c:formatCode>
                <c:ptCount val="66"/>
                <c:pt idx="0">
                  <c:v>32.3059686921454</c:v>
                </c:pt>
                <c:pt idx="1">
                  <c:v>32.3059686921454</c:v>
                </c:pt>
                <c:pt idx="2">
                  <c:v>32.3059686921454</c:v>
                </c:pt>
                <c:pt idx="3">
                  <c:v>32.3059686921454</c:v>
                </c:pt>
                <c:pt idx="4">
                  <c:v>32.3059686921454</c:v>
                </c:pt>
                <c:pt idx="5">
                  <c:v>32.3059686921454</c:v>
                </c:pt>
                <c:pt idx="6">
                  <c:v>32.3059686921454</c:v>
                </c:pt>
                <c:pt idx="7">
                  <c:v>32.3059686921454</c:v>
                </c:pt>
                <c:pt idx="8">
                  <c:v>32.3059686921454</c:v>
                </c:pt>
                <c:pt idx="9">
                  <c:v>32.3059686921454</c:v>
                </c:pt>
                <c:pt idx="10">
                  <c:v>32.3059686921454</c:v>
                </c:pt>
                <c:pt idx="11">
                  <c:v>32.3059686921454</c:v>
                </c:pt>
                <c:pt idx="12">
                  <c:v>32.3059686921454</c:v>
                </c:pt>
                <c:pt idx="13">
                  <c:v>32.3059686921454</c:v>
                </c:pt>
                <c:pt idx="14">
                  <c:v>32.3059686921454</c:v>
                </c:pt>
                <c:pt idx="15">
                  <c:v>32.3059686921454</c:v>
                </c:pt>
                <c:pt idx="16">
                  <c:v>32.3059686921454</c:v>
                </c:pt>
                <c:pt idx="17">
                  <c:v>32.3059686921454</c:v>
                </c:pt>
                <c:pt idx="18">
                  <c:v>32.3059686921454</c:v>
                </c:pt>
                <c:pt idx="19">
                  <c:v>32.3059686921454</c:v>
                </c:pt>
                <c:pt idx="20">
                  <c:v>32.3059686921454</c:v>
                </c:pt>
                <c:pt idx="21">
                  <c:v>32.3059686921454</c:v>
                </c:pt>
                <c:pt idx="22">
                  <c:v>32.3059686921454</c:v>
                </c:pt>
                <c:pt idx="23">
                  <c:v>32.3059686921454</c:v>
                </c:pt>
                <c:pt idx="24">
                  <c:v>32.3059686921454</c:v>
                </c:pt>
                <c:pt idx="25">
                  <c:v>32.3059686921454</c:v>
                </c:pt>
                <c:pt idx="26">
                  <c:v>32.3059686921454</c:v>
                </c:pt>
                <c:pt idx="27">
                  <c:v>32.3059686921454</c:v>
                </c:pt>
                <c:pt idx="28">
                  <c:v>32.3059686921454</c:v>
                </c:pt>
                <c:pt idx="29">
                  <c:v>32.3059686921454</c:v>
                </c:pt>
                <c:pt idx="30">
                  <c:v>32.3059686921454</c:v>
                </c:pt>
                <c:pt idx="31">
                  <c:v>32.3059686921454</c:v>
                </c:pt>
                <c:pt idx="32">
                  <c:v>32.3059686921454</c:v>
                </c:pt>
                <c:pt idx="33">
                  <c:v>32.3059686921454</c:v>
                </c:pt>
                <c:pt idx="34">
                  <c:v>32.3059686921454</c:v>
                </c:pt>
                <c:pt idx="35">
                  <c:v>32.3059686921454</c:v>
                </c:pt>
                <c:pt idx="36">
                  <c:v>32.3059686921454</c:v>
                </c:pt>
                <c:pt idx="37">
                  <c:v>32.3059686921454</c:v>
                </c:pt>
                <c:pt idx="38">
                  <c:v>32.3059686921454</c:v>
                </c:pt>
                <c:pt idx="39">
                  <c:v>32.3059686921454</c:v>
                </c:pt>
                <c:pt idx="40">
                  <c:v>32.3059686921454</c:v>
                </c:pt>
                <c:pt idx="41">
                  <c:v>32.3059686921454</c:v>
                </c:pt>
                <c:pt idx="42">
                  <c:v>32.3059686921454</c:v>
                </c:pt>
                <c:pt idx="43">
                  <c:v>32.3059686921454</c:v>
                </c:pt>
                <c:pt idx="44">
                  <c:v>32.3059686921454</c:v>
                </c:pt>
                <c:pt idx="45">
                  <c:v>32.3059686921454</c:v>
                </c:pt>
                <c:pt idx="46">
                  <c:v>32.3059686921454</c:v>
                </c:pt>
                <c:pt idx="47">
                  <c:v>32.3059686921454</c:v>
                </c:pt>
                <c:pt idx="48">
                  <c:v>32.3059686921454</c:v>
                </c:pt>
                <c:pt idx="49">
                  <c:v>32.3059686921454</c:v>
                </c:pt>
                <c:pt idx="50">
                  <c:v>32.3059686921454</c:v>
                </c:pt>
                <c:pt idx="51">
                  <c:v>32.3059686921454</c:v>
                </c:pt>
                <c:pt idx="52">
                  <c:v>32.3059686921454</c:v>
                </c:pt>
                <c:pt idx="53">
                  <c:v>32.3059686921454</c:v>
                </c:pt>
                <c:pt idx="54">
                  <c:v>32.3059686921454</c:v>
                </c:pt>
                <c:pt idx="55">
                  <c:v>32.3059686921454</c:v>
                </c:pt>
                <c:pt idx="56">
                  <c:v>32.3059686921454</c:v>
                </c:pt>
                <c:pt idx="57">
                  <c:v>32.3059686921454</c:v>
                </c:pt>
                <c:pt idx="58">
                  <c:v>32.3059686921454</c:v>
                </c:pt>
                <c:pt idx="59">
                  <c:v>32.3059686921454</c:v>
                </c:pt>
                <c:pt idx="60">
                  <c:v>32.3059686921454</c:v>
                </c:pt>
                <c:pt idx="61">
                  <c:v>32.3059686921454</c:v>
                </c:pt>
                <c:pt idx="62">
                  <c:v>32.3059686921454</c:v>
                </c:pt>
                <c:pt idx="63">
                  <c:v>32.3059686921454</c:v>
                </c:pt>
                <c:pt idx="64">
                  <c:v>32.3059686921454</c:v>
                </c:pt>
                <c:pt idx="65">
                  <c:v>32.3059686921454</c:v>
                </c:pt>
              </c:numCache>
            </c:numRef>
          </c:val>
        </c:ser>
        <c:ser>
          <c:idx val="1"/>
          <c:order val="1"/>
          <c:tx>
            <c:strRef>
              <c:f>Sheet1!$C$1</c:f>
              <c:strCache>
                <c:ptCount val="1"/>
                <c:pt idx="0">
                  <c:v>Digital_DA</c:v>
                </c:pt>
              </c:strCache>
            </c:strRef>
          </c:tx>
          <c:spPr>
            <a:solidFill>
              <a:srgbClr val="8C3BF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Sheet1!$C$2:$C$67</c:f>
              <c:numCache>
                <c:formatCode>General</c:formatCode>
                <c:ptCount val="66"/>
                <c:pt idx="0">
                  <c:v>0.002151793384703492</c:v>
                </c:pt>
                <c:pt idx="1">
                  <c:v>0.0005217305993425325</c:v>
                </c:pt>
                <c:pt idx="2">
                  <c:v>0.00026217308994689985</c:v>
                </c:pt>
                <c:pt idx="3">
                  <c:v>4.719115619044197e-05</c:v>
                </c:pt>
                <c:pt idx="4">
                  <c:v>0.0003537120280526526</c:v>
                </c:pt>
                <c:pt idx="5">
                  <c:v>9.353432930853129e-05</c:v>
                </c:pt>
                <c:pt idx="6">
                  <c:v>0.000824498856381477</c:v>
                </c:pt>
                <c:pt idx="7">
                  <c:v>0.00014840979414866586</c:v>
                </c:pt>
                <c:pt idx="8">
                  <c:v>0.00013690487852605413</c:v>
                </c:pt>
                <c:pt idx="9">
                  <c:v>0.00028471584042624357</c:v>
                </c:pt>
                <c:pt idx="10">
                  <c:v>5.1248851276723844e-05</c:v>
                </c:pt>
                <c:pt idx="11">
                  <c:v>9.224793229810292e-06</c:v>
                </c:pt>
                <c:pt idx="12">
                  <c:v>1.6604627813658524e-06</c:v>
                </c:pt>
                <c:pt idx="13">
                  <c:v>0.0001099127270578118</c:v>
                </c:pt>
                <c:pt idx="14">
                  <c:v>1.978429087040612e-05</c:v>
                </c:pt>
                <c:pt idx="15">
                  <c:v>0.0006388865008014058</c:v>
                </c:pt>
                <c:pt idx="16">
                  <c:v>0.019679819035089394</c:v>
                </c:pt>
                <c:pt idx="17">
                  <c:v>0.02384633577072582</c:v>
                </c:pt>
                <c:pt idx="18">
                  <c:v>0.024879460461207144</c:v>
                </c:pt>
                <c:pt idx="19">
                  <c:v>0.004478302883017286</c:v>
                </c:pt>
                <c:pt idx="20">
                  <c:v>0.0008060945189431114</c:v>
                </c:pt>
                <c:pt idx="21">
                  <c:v>0.00014509701340976005</c:v>
                </c:pt>
                <c:pt idx="22">
                  <c:v>0.0005014128441989999</c:v>
                </c:pt>
                <c:pt idx="23">
                  <c:v>0.0008062504638119494</c:v>
                </c:pt>
                <c:pt idx="24">
                  <c:v>0.00014512508348615087</c:v>
                </c:pt>
                <c:pt idx="25">
                  <c:v>2.6122515027507158e-05</c:v>
                </c:pt>
                <c:pt idx="26">
                  <c:v>4.702052704951288e-06</c:v>
                </c:pt>
                <c:pt idx="27">
                  <c:v>8.463694868912318e-07</c:v>
                </c:pt>
                <c:pt idx="28">
                  <c:v>0.0004191345883605533</c:v>
                </c:pt>
                <c:pt idx="29">
                  <c:v>0.0007263180416035629</c:v>
                </c:pt>
                <c:pt idx="30">
                  <c:v>0.0008762967527835995</c:v>
                </c:pt>
                <c:pt idx="31">
                  <c:v>0.0010385687989292658</c:v>
                </c:pt>
                <c:pt idx="32">
                  <c:v>0.00018694238380726784</c:v>
                </c:pt>
                <c:pt idx="33">
                  <c:v>0.015936279739956233</c:v>
                </c:pt>
                <c:pt idx="34">
                  <c:v>0.02018593945994266</c:v>
                </c:pt>
                <c:pt idx="35">
                  <c:v>0.021942861656651217</c:v>
                </c:pt>
                <c:pt idx="36">
                  <c:v>0.003949715098197219</c:v>
                </c:pt>
                <c:pt idx="37">
                  <c:v>0.0018501818786987529</c:v>
                </c:pt>
                <c:pt idx="38">
                  <c:v>0.000921787137571282</c:v>
                </c:pt>
                <c:pt idx="39">
                  <c:v>0.00016592168476283077</c:v>
                </c:pt>
                <c:pt idx="40">
                  <c:v>2.9865903257309537e-05</c:v>
                </c:pt>
                <c:pt idx="41">
                  <c:v>5.375862586315716e-06</c:v>
                </c:pt>
                <c:pt idx="42">
                  <c:v>0.017534030394137784</c:v>
                </c:pt>
                <c:pt idx="43">
                  <c:v>0.020280436803379823</c:v>
                </c:pt>
                <c:pt idx="44">
                  <c:v>0.0042757062548812175</c:v>
                </c:pt>
                <c:pt idx="45">
                  <c:v>0.031067019850803904</c:v>
                </c:pt>
                <c:pt idx="46">
                  <c:v>0.03595234975085403</c:v>
                </c:pt>
                <c:pt idx="47">
                  <c:v>0.006471422955153726</c:v>
                </c:pt>
                <c:pt idx="48">
                  <c:v>0.0013350967732454124</c:v>
                </c:pt>
                <c:pt idx="49">
                  <c:v>0.00024031741918417423</c:v>
                </c:pt>
                <c:pt idx="50">
                  <c:v>0.0005020334189023303</c:v>
                </c:pt>
                <c:pt idx="51">
                  <c:v>0.0005591713063207703</c:v>
                </c:pt>
                <c:pt idx="52">
                  <c:v>0.0003943690309911608</c:v>
                </c:pt>
                <c:pt idx="53">
                  <c:v>0.00046243145306835455</c:v>
                </c:pt>
                <c:pt idx="54">
                  <c:v>8.323766155230381e-05</c:v>
                </c:pt>
                <c:pt idx="55">
                  <c:v>0.02610237611721475</c:v>
                </c:pt>
                <c:pt idx="56">
                  <c:v>0.031364477183036546</c:v>
                </c:pt>
                <c:pt idx="57">
                  <c:v>0.005960022705654982</c:v>
                </c:pt>
                <c:pt idx="58">
                  <c:v>0.0010728040870178967</c:v>
                </c:pt>
                <c:pt idx="59">
                  <c:v>0.0001931047356632214</c:v>
                </c:pt>
                <c:pt idx="60">
                  <c:v>0.02033481487034146</c:v>
                </c:pt>
                <c:pt idx="61">
                  <c:v>0.02256167454470644</c:v>
                </c:pt>
                <c:pt idx="62">
                  <c:v>0.022184569665739687</c:v>
                </c:pt>
                <c:pt idx="63">
                  <c:v>0.03430862061892757</c:v>
                </c:pt>
                <c:pt idx="64">
                  <c:v>0.03645740882164757</c:v>
                </c:pt>
                <c:pt idx="65">
                  <c:v>0.03690023715146482</c:v>
                </c:pt>
              </c:numCache>
            </c:numRef>
          </c:val>
        </c:ser>
        <c:ser>
          <c:idx val="2"/>
          <c:order val="2"/>
          <c:tx>
            <c:strRef>
              <c:f>Sheet1!$D$1</c:f>
              <c:strCache>
                <c:ptCount val="1"/>
                <c:pt idx="0">
                  <c:v>Digital_Indoor</c:v>
                </c:pt>
              </c:strCache>
            </c:strRef>
          </c:tx>
          <c:spPr>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Sheet1!$D$2:$D$67</c:f>
              <c:numCache>
                <c:formatCode>General</c:formatCode>
                <c:ptCount val="66"/>
                <c:pt idx="0">
                  <c:v>-1.276442429521249</c:v>
                </c:pt>
                <c:pt idx="1">
                  <c:v>-1.0211539436169994</c:v>
                </c:pt>
                <c:pt idx="2">
                  <c:v>-0.8263961290812111</c:v>
                </c:pt>
                <c:pt idx="3">
                  <c:v>-1.1500072996949378</c:v>
                </c:pt>
                <c:pt idx="4">
                  <c:v>-1.4146944031312982</c:v>
                </c:pt>
                <c:pt idx="5">
                  <c:v>-1.6273215166882269</c:v>
                </c:pt>
                <c:pt idx="6">
                  <c:v>-1.802695588054993</c:v>
                </c:pt>
                <c:pt idx="7">
                  <c:v>-1.4550845564157184</c:v>
                </c:pt>
                <c:pt idx="8">
                  <c:v>-1.171231846955891</c:v>
                </c:pt>
                <c:pt idx="9">
                  <c:v>-0.9412284871031006</c:v>
                </c:pt>
                <c:pt idx="10">
                  <c:v>-1.196962843876069</c:v>
                </c:pt>
                <c:pt idx="11">
                  <c:v>-1.41006710064606</c:v>
                </c:pt>
                <c:pt idx="12">
                  <c:v>-1.1280536805168482</c:v>
                </c:pt>
                <c:pt idx="13">
                  <c:v>-0.9061147597363937</c:v>
                </c:pt>
                <c:pt idx="14">
                  <c:v>-0.7554716468152738</c:v>
                </c:pt>
                <c:pt idx="15">
                  <c:v>-0.8097276589373967</c:v>
                </c:pt>
                <c:pt idx="16">
                  <c:v>-0.9209773929170174</c:v>
                </c:pt>
                <c:pt idx="17">
                  <c:v>-1.0153367567418228</c:v>
                </c:pt>
                <c:pt idx="18">
                  <c:v>-1.1534262105878945</c:v>
                </c:pt>
                <c:pt idx="19">
                  <c:v>-1.2083116775084126</c:v>
                </c:pt>
                <c:pt idx="20">
                  <c:v>-1.2950090651985495</c:v>
                </c:pt>
                <c:pt idx="21">
                  <c:v>-1.41093823776158</c:v>
                </c:pt>
                <c:pt idx="22">
                  <c:v>-1.1287505902092643</c:v>
                </c:pt>
                <c:pt idx="23">
                  <c:v>-0.9030004721674114</c:v>
                </c:pt>
                <c:pt idx="24">
                  <c:v>-0.7224003777339291</c:v>
                </c:pt>
                <c:pt idx="25">
                  <c:v>-0.5969400146260763</c:v>
                </c:pt>
                <c:pt idx="26">
                  <c:v>-0.48972409066751776</c:v>
                </c:pt>
                <c:pt idx="27">
                  <c:v>-0.39177927253401423</c:v>
                </c:pt>
                <c:pt idx="28">
                  <c:v>-0.7258975655899306</c:v>
                </c:pt>
                <c:pt idx="29">
                  <c:v>-0.9927545547741371</c:v>
                </c:pt>
                <c:pt idx="30">
                  <c:v>-1.1965780559475427</c:v>
                </c:pt>
                <c:pt idx="31">
                  <c:v>-1.400038814348114</c:v>
                </c:pt>
                <c:pt idx="32">
                  <c:v>-1.6084080076053686</c:v>
                </c:pt>
                <c:pt idx="33">
                  <c:v>-1.782598612803676</c:v>
                </c:pt>
                <c:pt idx="34">
                  <c:v>-1.4617625212485441</c:v>
                </c:pt>
                <c:pt idx="35">
                  <c:v>-1.1921905455233157</c:v>
                </c:pt>
                <c:pt idx="36">
                  <c:v>-0.9537524364186526</c:v>
                </c:pt>
                <c:pt idx="37">
                  <c:v>-1.1007555603545647</c:v>
                </c:pt>
                <c:pt idx="38">
                  <c:v>-1.2070779172406232</c:v>
                </c:pt>
                <c:pt idx="39">
                  <c:v>-1.2677043880144443</c:v>
                </c:pt>
                <c:pt idx="40">
                  <c:v>-1.349856082532802</c:v>
                </c:pt>
                <c:pt idx="41">
                  <c:v>-1.0798848660262417</c:v>
                </c:pt>
                <c:pt idx="42">
                  <c:v>-0.891284479130052</c:v>
                </c:pt>
                <c:pt idx="43">
                  <c:v>-0.7130275833040417</c:v>
                </c:pt>
                <c:pt idx="44">
                  <c:v>-0.9721941007737206</c:v>
                </c:pt>
                <c:pt idx="45">
                  <c:v>-1.1810730303958175</c:v>
                </c:pt>
                <c:pt idx="46">
                  <c:v>-1.3376677563667705</c:v>
                </c:pt>
                <c:pt idx="47">
                  <c:v>-1.0832248692865023</c:v>
                </c:pt>
                <c:pt idx="48">
                  <c:v>-0.866579895429202</c:v>
                </c:pt>
                <c:pt idx="49">
                  <c:v>-0.7130101578628848</c:v>
                </c:pt>
                <c:pt idx="50">
                  <c:v>-0.5704081262903079</c:v>
                </c:pt>
                <c:pt idx="51">
                  <c:v>-0.8966637526667148</c:v>
                </c:pt>
                <c:pt idx="52">
                  <c:v>-1.179052356902276</c:v>
                </c:pt>
                <c:pt idx="53">
                  <c:v>-1.3669775426505317</c:v>
                </c:pt>
                <c:pt idx="54">
                  <c:v>-1.522352369364797</c:v>
                </c:pt>
                <c:pt idx="55">
                  <c:v>-1.2293024596603166</c:v>
                </c:pt>
                <c:pt idx="56">
                  <c:v>-0.9873586288925832</c:v>
                </c:pt>
                <c:pt idx="57">
                  <c:v>-0.7976081253308552</c:v>
                </c:pt>
                <c:pt idx="58">
                  <c:v>-0.8726338076227489</c:v>
                </c:pt>
                <c:pt idx="59">
                  <c:v>-0.9372832424357292</c:v>
                </c:pt>
                <c:pt idx="60">
                  <c:v>-0.7753000019457624</c:v>
                </c:pt>
                <c:pt idx="61">
                  <c:v>-0.6292944337228256</c:v>
                </c:pt>
                <c:pt idx="62">
                  <c:v>-0.5034355469782605</c:v>
                </c:pt>
                <c:pt idx="63">
                  <c:v>-0.4178265585107804</c:v>
                </c:pt>
                <c:pt idx="64">
                  <c:v>-0.3796877612032822</c:v>
                </c:pt>
                <c:pt idx="65">
                  <c:v>-0.7886650170524859</c:v>
                </c:pt>
              </c:numCache>
            </c:numRef>
          </c:val>
        </c:ser>
        <c:ser>
          <c:idx val="3"/>
          <c:order val="3"/>
          <c:tx>
            <c:strRef>
              <c:f>Sheet1!$E$1</c:f>
              <c:strCache>
                <c:ptCount val="1"/>
                <c:pt idx="0">
                  <c:v>Digital_Special projects</c:v>
                </c:pt>
              </c:strCache>
            </c:strRef>
          </c:tx>
          <c:spPr>
            <a:solidFill>
              <a:srgbClr val="0187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Sheet1!$E$2:$E$67</c:f>
              <c:numCache>
                <c:formatCode>General</c:formatCode>
                <c:ptCount val="66"/>
                <c:pt idx="0">
                  <c:v>0.013097303332886515</c:v>
                </c:pt>
                <c:pt idx="1">
                  <c:v>0.00046923326584513453</c:v>
                </c:pt>
                <c:pt idx="2">
                  <c:v>1.0886211767607119e-07</c:v>
                </c:pt>
                <c:pt idx="3">
                  <c:v>0.009718482110118793</c:v>
                </c:pt>
                <c:pt idx="4">
                  <c:v>2.25468784954756e-06</c:v>
                </c:pt>
                <c:pt idx="5">
                  <c:v>0.21216612613732144</c:v>
                </c:pt>
                <c:pt idx="6">
                  <c:v>0.21343957013962683</c:v>
                </c:pt>
                <c:pt idx="7">
                  <c:v>0.22139888676533162</c:v>
                </c:pt>
                <c:pt idx="8">
                  <c:v>0.2569821975175867</c:v>
                </c:pt>
                <c:pt idx="9">
                  <c:v>0.2662803092802153</c:v>
                </c:pt>
                <c:pt idx="10">
                  <c:v>0.25927633099052694</c:v>
                </c:pt>
                <c:pt idx="11">
                  <c:v>6.015210878980224e-05</c:v>
                </c:pt>
                <c:pt idx="12">
                  <c:v>1.395528923923412e-08</c:v>
                </c:pt>
                <c:pt idx="13">
                  <c:v>3.2376271035023164e-12</c:v>
                </c:pt>
                <c:pt idx="14">
                  <c:v>0.0005483666332722401</c:v>
                </c:pt>
                <c:pt idx="15">
                  <c:v>0.011407897154957424</c:v>
                </c:pt>
                <c:pt idx="16">
                  <c:v>2.6466321399501224e-06</c:v>
                </c:pt>
                <c:pt idx="17">
                  <c:v>0.004930079510942954</c:v>
                </c:pt>
                <c:pt idx="18">
                  <c:v>1.1437784465387656e-06</c:v>
                </c:pt>
                <c:pt idx="19">
                  <c:v>0.0027141771524089777</c:v>
                </c:pt>
                <c:pt idx="20">
                  <c:v>0.31923216698457935</c:v>
                </c:pt>
                <c:pt idx="21">
                  <c:v>0.3107764379001678</c:v>
                </c:pt>
                <c:pt idx="22">
                  <c:v>0.31407364597728854</c:v>
                </c:pt>
                <c:pt idx="23">
                  <c:v>7.286508586673094e-05</c:v>
                </c:pt>
                <c:pt idx="24">
                  <c:v>0.0042564044151765686</c:v>
                </c:pt>
                <c:pt idx="25">
                  <c:v>9.87485824320964e-07</c:v>
                </c:pt>
                <c:pt idx="26">
                  <c:v>0.25208976437600306</c:v>
                </c:pt>
                <c:pt idx="27">
                  <c:v>0.27152324146402496</c:v>
                </c:pt>
                <c:pt idx="28">
                  <c:v>0.1721482908298638</c:v>
                </c:pt>
                <c:pt idx="29">
                  <c:v>0.2072422047548324</c:v>
                </c:pt>
                <c:pt idx="30">
                  <c:v>4.8080191503121114e-05</c:v>
                </c:pt>
                <c:pt idx="31">
                  <c:v>0.007484828402363567</c:v>
                </c:pt>
                <c:pt idx="32">
                  <c:v>0.030522543847650973</c:v>
                </c:pt>
                <c:pt idx="33">
                  <c:v>0.009433195275614863</c:v>
                </c:pt>
                <c:pt idx="34">
                  <c:v>0.005045000520857702</c:v>
                </c:pt>
                <c:pt idx="35">
                  <c:v>0.022555388589199886</c:v>
                </c:pt>
                <c:pt idx="36">
                  <c:v>0.30202707053158373</c:v>
                </c:pt>
                <c:pt idx="37">
                  <c:v>0.29198349027246145</c:v>
                </c:pt>
                <c:pt idx="38">
                  <c:v>0.29366669488795677</c:v>
                </c:pt>
                <c:pt idx="39">
                  <c:v>0.2806640538830732</c:v>
                </c:pt>
                <c:pt idx="40">
                  <c:v>0.28864900382112074</c:v>
                </c:pt>
                <c:pt idx="41">
                  <c:v>0.2937771878905982</c:v>
                </c:pt>
                <c:pt idx="42">
                  <c:v>6.815630759061878e-05</c:v>
                </c:pt>
                <c:pt idx="43">
                  <c:v>0.31047648142391154</c:v>
                </c:pt>
                <c:pt idx="44">
                  <c:v>0.30952181662068384</c:v>
                </c:pt>
                <c:pt idx="45">
                  <c:v>0.31145562566914725</c:v>
                </c:pt>
                <c:pt idx="46">
                  <c:v>7.225770515524216e-05</c:v>
                </c:pt>
                <c:pt idx="47">
                  <c:v>1.676378759601618e-08</c:v>
                </c:pt>
                <c:pt idx="48">
                  <c:v>0.020767630513033618</c:v>
                </c:pt>
                <c:pt idx="49">
                  <c:v>4.8180902790238e-06</c:v>
                </c:pt>
                <c:pt idx="50">
                  <c:v>0.009024851831635799</c:v>
                </c:pt>
                <c:pt idx="51">
                  <c:v>0.02013957570654075</c:v>
                </c:pt>
                <c:pt idx="52">
                  <c:v>0.002190574282796946</c:v>
                </c:pt>
                <c:pt idx="53">
                  <c:v>0.3063582226313879</c:v>
                </c:pt>
                <c:pt idx="54">
                  <c:v>0.309062197255011</c:v>
                </c:pt>
                <c:pt idx="55">
                  <c:v>0.313161678824706</c:v>
                </c:pt>
                <c:pt idx="56">
                  <c:v>0.3028259113182254</c:v>
                </c:pt>
                <c:pt idx="57">
                  <c:v>0.29579786355033016</c:v>
                </c:pt>
                <c:pt idx="58">
                  <c:v>0.008209218631395863</c:v>
                </c:pt>
                <c:pt idx="59">
                  <c:v>0.010563776188414564</c:v>
                </c:pt>
                <c:pt idx="60">
                  <c:v>2.4507960757121787e-06</c:v>
                </c:pt>
                <c:pt idx="61">
                  <c:v>0.008330086866934122</c:v>
                </c:pt>
                <c:pt idx="62">
                  <c:v>0.0033040933831949945</c:v>
                </c:pt>
                <c:pt idx="63">
                  <c:v>7.665496649012388e-07</c:v>
                </c:pt>
                <c:pt idx="64">
                  <c:v>1.778395222570874e-10</c:v>
                </c:pt>
                <c:pt idx="65">
                  <c:v>0.01494908449254369</c:v>
                </c:pt>
              </c:numCache>
            </c:numRef>
          </c:val>
        </c:ser>
        <c:ser>
          <c:idx val="4"/>
          <c:order val="4"/>
          <c:tx>
            <c:strRef>
              <c:f>Sheet1!$F$1</c:f>
              <c:strCache>
                <c:ptCount val="1"/>
                <c:pt idx="0">
                  <c:v>Digital_Video</c:v>
                </c:pt>
              </c:strCache>
            </c:strRef>
          </c:tx>
          <c:spPr>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Sheet1!$F$2:$F$67</c:f>
              <c:numCache>
                <c:formatCode>General</c:formatCode>
                <c:ptCount val="66"/>
                <c:pt idx="0">
                  <c:v>-0.013364974117162911</c:v>
                </c:pt>
                <c:pt idx="1">
                  <c:v>-0.0019445413115582013</c:v>
                </c:pt>
                <c:pt idx="2">
                  <c:v>-0.0017190294236305351</c:v>
                </c:pt>
                <c:pt idx="3">
                  <c:v>-0.6992492794702251</c:v>
                </c:pt>
                <c:pt idx="4">
                  <c:v>-0.7589457986130296</c:v>
                </c:pt>
                <c:pt idx="5">
                  <c:v>-0.05179197918895036</c:v>
                </c:pt>
                <c:pt idx="6">
                  <c:v>-0.7491368217457206</c:v>
                </c:pt>
                <c:pt idx="7">
                  <c:v>-0.7684347334402415</c:v>
                </c:pt>
                <c:pt idx="8">
                  <c:v>-0.796802875182069</c:v>
                </c:pt>
                <c:pt idx="9">
                  <c:v>-0.5926565298984885</c:v>
                </c:pt>
                <c:pt idx="10">
                  <c:v>-0.5872212388380262</c:v>
                </c:pt>
                <c:pt idx="11">
                  <c:v>-0.5552034520679981</c:v>
                </c:pt>
                <c:pt idx="12">
                  <c:v>-0.054703282674217285</c:v>
                </c:pt>
                <c:pt idx="13">
                  <c:v>-0.0037330614162539356</c:v>
                </c:pt>
                <c:pt idx="14">
                  <c:v>-0.6160421675272624</c:v>
                </c:pt>
                <c:pt idx="15">
                  <c:v>-0.7062529655874665</c:v>
                </c:pt>
                <c:pt idx="16">
                  <c:v>-0.6847717161857754</c:v>
                </c:pt>
                <c:pt idx="17">
                  <c:v>-0.046730191455949685</c:v>
                </c:pt>
                <c:pt idx="18">
                  <c:v>-0.003188961725336918</c:v>
                </c:pt>
                <c:pt idx="19">
                  <c:v>-0.00021762112606044193</c:v>
                </c:pt>
                <c:pt idx="20">
                  <c:v>-0.008321100758459803</c:v>
                </c:pt>
                <c:pt idx="21">
                  <c:v>-0.046266708644493476</c:v>
                </c:pt>
                <c:pt idx="22">
                  <c:v>-0.6271538304715154</c:v>
                </c:pt>
                <c:pt idx="23">
                  <c:v>-0.6606343304907548</c:v>
                </c:pt>
                <c:pt idx="24">
                  <c:v>-0.09311047969449268</c:v>
                </c:pt>
                <c:pt idx="25">
                  <c:v>-0.024358959887206908</c:v>
                </c:pt>
                <c:pt idx="26">
                  <c:v>-0.7064448245140168</c:v>
                </c:pt>
                <c:pt idx="27">
                  <c:v>-0.7440137111547684</c:v>
                </c:pt>
                <c:pt idx="28">
                  <c:v>-0.5698471763630059</c:v>
                </c:pt>
                <c:pt idx="29">
                  <c:v>-0.547772908886139</c:v>
                </c:pt>
                <c:pt idx="30">
                  <c:v>-0.5504941235609838</c:v>
                </c:pt>
                <c:pt idx="31">
                  <c:v>-0.5345748411604394</c:v>
                </c:pt>
                <c:pt idx="32">
                  <c:v>-0.48045297646633867</c:v>
                </c:pt>
                <c:pt idx="33">
                  <c:v>-0.5073845746255251</c:v>
                </c:pt>
                <c:pt idx="34">
                  <c:v>-0.05205667934250202</c:v>
                </c:pt>
                <c:pt idx="35">
                  <c:v>-0.003552451911691023</c:v>
                </c:pt>
                <c:pt idx="36">
                  <c:v>-0.6297395391698126</c:v>
                </c:pt>
                <c:pt idx="37">
                  <c:v>-0.6847705562184008</c:v>
                </c:pt>
                <c:pt idx="38">
                  <c:v>-0.6829185161807954</c:v>
                </c:pt>
                <c:pt idx="39">
                  <c:v>-0.7102659316910244</c:v>
                </c:pt>
                <c:pt idx="40">
                  <c:v>-0.04846996771045888</c:v>
                </c:pt>
                <c:pt idx="41">
                  <c:v>-0.004518739753447282</c:v>
                </c:pt>
                <c:pt idx="42">
                  <c:v>-0.05028340451239948</c:v>
                </c:pt>
                <c:pt idx="43">
                  <c:v>-0.010847063439950502</c:v>
                </c:pt>
                <c:pt idx="44">
                  <c:v>-0.011214923425567493</c:v>
                </c:pt>
                <c:pt idx="45">
                  <c:v>-0.02227902643872131</c:v>
                </c:pt>
                <c:pt idx="46">
                  <c:v>-0.0015203653222312197</c:v>
                </c:pt>
                <c:pt idx="47">
                  <c:v>-0.00010375277031970289</c:v>
                </c:pt>
                <c:pt idx="48">
                  <c:v>-0.003143746351342877</c:v>
                </c:pt>
                <c:pt idx="49">
                  <c:v>-0.004949007835399636</c:v>
                </c:pt>
                <c:pt idx="50">
                  <c:v>-0.0003377301927033419</c:v>
                </c:pt>
                <c:pt idx="51">
                  <c:v>-0.006745700031962406</c:v>
                </c:pt>
                <c:pt idx="52">
                  <c:v>-0.020214386970122233</c:v>
                </c:pt>
                <c:pt idx="53">
                  <c:v>-0.7772055789162536</c:v>
                </c:pt>
                <c:pt idx="54">
                  <c:v>-0.8335042159335418</c:v>
                </c:pt>
                <c:pt idx="55">
                  <c:v>-0.07323115082367831</c:v>
                </c:pt>
                <c:pt idx="56">
                  <c:v>-0.015609036975854508</c:v>
                </c:pt>
                <c:pt idx="57">
                  <c:v>-0.4416908141668769</c:v>
                </c:pt>
                <c:pt idx="58">
                  <c:v>-0.4428697032488612</c:v>
                </c:pt>
                <c:pt idx="59">
                  <c:v>-0.41574988582263</c:v>
                </c:pt>
                <c:pt idx="60">
                  <c:v>-0.4058260472698289</c:v>
                </c:pt>
                <c:pt idx="61">
                  <c:v>-0.40080840167184856</c:v>
                </c:pt>
                <c:pt idx="62">
                  <c:v>-0.027351966946890287</c:v>
                </c:pt>
                <c:pt idx="63">
                  <c:v>-0.4758977950807034</c:v>
                </c:pt>
                <c:pt idx="64">
                  <c:v>-0.43501775942909</c:v>
                </c:pt>
                <c:pt idx="65">
                  <c:v>-0.0322462891080066</c:v>
                </c:pt>
              </c:numCache>
            </c:numRef>
          </c:val>
        </c:ser>
        <c:ser>
          <c:idx val="5"/>
          <c:order val="5"/>
          <c:tx>
            <c:strRef>
              <c:f>Sheet1!$G$1</c:f>
              <c:strCache>
                <c:ptCount val="1"/>
                <c:pt idx="0">
                  <c:v>Distribution</c:v>
                </c:pt>
              </c:strCache>
            </c:strRef>
          </c:tx>
          <c:spPr>
            <a:solidFill>
              <a:srgbClr val="00ACC6"/>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Sheet1!$G$2:$G$67</c:f>
              <c:numCache>
                <c:formatCode>General</c:formatCode>
                <c:ptCount val="66"/>
                <c:pt idx="0">
                  <c:v>9.161229022790414</c:v>
                </c:pt>
                <c:pt idx="1">
                  <c:v>8.690076229520395</c:v>
                </c:pt>
                <c:pt idx="2">
                  <c:v>9.227805291897038</c:v>
                </c:pt>
                <c:pt idx="3">
                  <c:v>9.03249561755389</c:v>
                </c:pt>
                <c:pt idx="4">
                  <c:v>8.836357323433381</c:v>
                </c:pt>
                <c:pt idx="5">
                  <c:v>8.636934307139152</c:v>
                </c:pt>
                <c:pt idx="6">
                  <c:v>9.05064778942694</c:v>
                </c:pt>
                <c:pt idx="7">
                  <c:v>8.729053030560332</c:v>
                </c:pt>
                <c:pt idx="8">
                  <c:v>8.553846179177246</c:v>
                </c:pt>
                <c:pt idx="9">
                  <c:v>8.795856541986472</c:v>
                </c:pt>
                <c:pt idx="10">
                  <c:v>8.759509153349617</c:v>
                </c:pt>
                <c:pt idx="11">
                  <c:v>8.87944234091888</c:v>
                </c:pt>
                <c:pt idx="12">
                  <c:v>8.810061107277646</c:v>
                </c:pt>
                <c:pt idx="13">
                  <c:v>9.138216253522842</c:v>
                </c:pt>
                <c:pt idx="14">
                  <c:v>9.005270331282189</c:v>
                </c:pt>
                <c:pt idx="15">
                  <c:v>8.781987614133918</c:v>
                </c:pt>
                <c:pt idx="16">
                  <c:v>8.591556481668263</c:v>
                </c:pt>
                <c:pt idx="17">
                  <c:v>9.096317673943048</c:v>
                </c:pt>
                <c:pt idx="18">
                  <c:v>8.987726864202513</c:v>
                </c:pt>
                <c:pt idx="19">
                  <c:v>9.436236266081474</c:v>
                </c:pt>
                <c:pt idx="20">
                  <c:v>8.840134312604471</c:v>
                </c:pt>
                <c:pt idx="21">
                  <c:v>9.168507460931808</c:v>
                </c:pt>
                <c:pt idx="22">
                  <c:v>8.86910513221818</c:v>
                </c:pt>
                <c:pt idx="23">
                  <c:v>8.76731808564314</c:v>
                </c:pt>
                <c:pt idx="24">
                  <c:v>8.365438020245563</c:v>
                </c:pt>
                <c:pt idx="25">
                  <c:v>8.903887755429192</c:v>
                </c:pt>
                <c:pt idx="26">
                  <c:v>8.509764882623612</c:v>
                </c:pt>
                <c:pt idx="27">
                  <c:v>8.581135819584507</c:v>
                </c:pt>
                <c:pt idx="28">
                  <c:v>8.686813018666252</c:v>
                </c:pt>
                <c:pt idx="29">
                  <c:v>8.620130678682761</c:v>
                </c:pt>
                <c:pt idx="30">
                  <c:v>8.293890582926457</c:v>
                </c:pt>
                <c:pt idx="31">
                  <c:v>8.472773412477196</c:v>
                </c:pt>
                <c:pt idx="32">
                  <c:v>8.887063544627296</c:v>
                </c:pt>
                <c:pt idx="33">
                  <c:v>8.815260176230538</c:v>
                </c:pt>
                <c:pt idx="34">
                  <c:v>8.810597863307617</c:v>
                </c:pt>
                <c:pt idx="35">
                  <c:v>8.671953990136775</c:v>
                </c:pt>
                <c:pt idx="36">
                  <c:v>8.782241533333563</c:v>
                </c:pt>
                <c:pt idx="37">
                  <c:v>8.66905467358363</c:v>
                </c:pt>
                <c:pt idx="38">
                  <c:v>8.558738018567919</c:v>
                </c:pt>
                <c:pt idx="39">
                  <c:v>8.87639997086041</c:v>
                </c:pt>
                <c:pt idx="40">
                  <c:v>8.520189542827655</c:v>
                </c:pt>
                <c:pt idx="41">
                  <c:v>8.381673990560213</c:v>
                </c:pt>
                <c:pt idx="42">
                  <c:v>8.858828571266514</c:v>
                </c:pt>
                <c:pt idx="43">
                  <c:v>8.854326935849333</c:v>
                </c:pt>
                <c:pt idx="44">
                  <c:v>8.154682303652997</c:v>
                </c:pt>
                <c:pt idx="45">
                  <c:v>8.688594965834877</c:v>
                </c:pt>
                <c:pt idx="46">
                  <c:v>8.019608511699762</c:v>
                </c:pt>
                <c:pt idx="47">
                  <c:v>8.775101742550023</c:v>
                </c:pt>
                <c:pt idx="48">
                  <c:v>8.273097277077971</c:v>
                </c:pt>
                <c:pt idx="49">
                  <c:v>8.68555184414219</c:v>
                </c:pt>
                <c:pt idx="50">
                  <c:v>8.331983842423295</c:v>
                </c:pt>
                <c:pt idx="51">
                  <c:v>8.55517610002548</c:v>
                </c:pt>
                <c:pt idx="52">
                  <c:v>8.124241548884752</c:v>
                </c:pt>
                <c:pt idx="53">
                  <c:v>8.384852386861409</c:v>
                </c:pt>
                <c:pt idx="54">
                  <c:v>8.429421221748893</c:v>
                </c:pt>
                <c:pt idx="55">
                  <c:v>8.670566733427892</c:v>
                </c:pt>
                <c:pt idx="56">
                  <c:v>8.865421168583557</c:v>
                </c:pt>
                <c:pt idx="57">
                  <c:v>8.557592162506278</c:v>
                </c:pt>
                <c:pt idx="58">
                  <c:v>8.478287765505943</c:v>
                </c:pt>
                <c:pt idx="59">
                  <c:v>8.142669484231075</c:v>
                </c:pt>
                <c:pt idx="60">
                  <c:v>8.036952017392556</c:v>
                </c:pt>
                <c:pt idx="61">
                  <c:v>8.42266897518458</c:v>
                </c:pt>
                <c:pt idx="62">
                  <c:v>8.399504705793571</c:v>
                </c:pt>
                <c:pt idx="63">
                  <c:v>8.5058465228991</c:v>
                </c:pt>
                <c:pt idx="64">
                  <c:v>8.519911105538464</c:v>
                </c:pt>
                <c:pt idx="65">
                  <c:v>8.425604409586656</c:v>
                </c:pt>
              </c:numCache>
            </c:numRef>
          </c:val>
        </c:ser>
        <c:ser>
          <c:idx val="6"/>
          <c:order val="6"/>
          <c:tx>
            <c:strRef>
              <c:f>Sheet1!$H$1</c:f>
              <c:strCache>
                <c:ptCount val="1"/>
                <c:pt idx="0">
                  <c:v>E-com</c:v>
                </c:pt>
              </c:strCache>
            </c:strRef>
          </c:tx>
          <c:spPr>
            <a:solidFill>
              <a:srgbClr val="97FF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Sheet1!$H$2:$H$67</c:f>
              <c:numCache>
                <c:formatCode>General</c:formatCode>
                <c:ptCount val="66"/>
                <c:pt idx="0">
                  <c:v>1.4565490591312305</c:v>
                </c:pt>
                <c:pt idx="1">
                  <c:v>1.178327898286167</c:v>
                </c:pt>
                <c:pt idx="2">
                  <c:v>1.5042041786446243</c:v>
                </c:pt>
                <c:pt idx="3">
                  <c:v>1.7565348177872777</c:v>
                </c:pt>
                <c:pt idx="4">
                  <c:v>1.9589817483873964</c:v>
                </c:pt>
                <c:pt idx="5">
                  <c:v>1.5703186904526767</c:v>
                </c:pt>
                <c:pt idx="6">
                  <c:v>1.2635715427794294</c:v>
                </c:pt>
                <c:pt idx="7">
                  <c:v>0.997214452276154</c:v>
                </c:pt>
                <c:pt idx="8">
                  <c:v>0.8035347957755973</c:v>
                </c:pt>
                <c:pt idx="9">
                  <c:v>0.6341520714304887</c:v>
                </c:pt>
                <c:pt idx="10">
                  <c:v>1.0497656936443829</c:v>
                </c:pt>
                <c:pt idx="11">
                  <c:v>1.3779304005938957</c:v>
                </c:pt>
                <c:pt idx="12">
                  <c:v>1.6501260945440916</c:v>
                </c:pt>
                <c:pt idx="13">
                  <c:v>1.3161915880176198</c:v>
                </c:pt>
                <c:pt idx="14">
                  <c:v>1.042562154548553</c:v>
                </c:pt>
                <c:pt idx="15">
                  <c:v>0.828356617752125</c:v>
                </c:pt>
                <c:pt idx="16">
                  <c:v>0.6868694379261401</c:v>
                </c:pt>
                <c:pt idx="17">
                  <c:v>0.9409259051154089</c:v>
                </c:pt>
                <c:pt idx="18">
                  <c:v>1.1114515201900246</c:v>
                </c:pt>
                <c:pt idx="19">
                  <c:v>1.3059040852608206</c:v>
                </c:pt>
                <c:pt idx="20">
                  <c:v>1.4381718207333398</c:v>
                </c:pt>
                <c:pt idx="21">
                  <c:v>1.1545263233261605</c:v>
                </c:pt>
                <c:pt idx="22">
                  <c:v>0.9111556379479758</c:v>
                </c:pt>
                <c:pt idx="23">
                  <c:v>0.7190867629354564</c:v>
                </c:pt>
                <c:pt idx="24">
                  <c:v>0.5755115647794431</c:v>
                </c:pt>
                <c:pt idx="25">
                  <c:v>0.4543932815201716</c:v>
                </c:pt>
                <c:pt idx="26">
                  <c:v>0.6808610528515887</c:v>
                </c:pt>
                <c:pt idx="27">
                  <c:v>0.882754258411641</c:v>
                </c:pt>
                <c:pt idx="28">
                  <c:v>0.9637228692576092</c:v>
                </c:pt>
                <c:pt idx="29">
                  <c:v>1.0685234016932128</c:v>
                </c:pt>
                <c:pt idx="30">
                  <c:v>0.8432818741864887</c:v>
                </c:pt>
                <c:pt idx="31">
                  <c:v>0.6655205849535994</c:v>
                </c:pt>
                <c:pt idx="32">
                  <c:v>1.0121587857812107</c:v>
                </c:pt>
                <c:pt idx="33">
                  <c:v>1.2869456237367933</c:v>
                </c:pt>
                <c:pt idx="34">
                  <c:v>1.5124855146691114</c:v>
                </c:pt>
                <c:pt idx="35">
                  <c:v>1.6779801940193633</c:v>
                </c:pt>
                <c:pt idx="36">
                  <c:v>1.3242670030606636</c:v>
                </c:pt>
                <c:pt idx="37">
                  <c:v>1.0451154916164849</c:v>
                </c:pt>
                <c:pt idx="38">
                  <c:v>0.8508102265868643</c:v>
                </c:pt>
                <c:pt idx="39">
                  <c:v>1.0749550567441961</c:v>
                </c:pt>
                <c:pt idx="40">
                  <c:v>1.3007679817407396</c:v>
                </c:pt>
                <c:pt idx="41">
                  <c:v>1.5736611813237957</c:v>
                </c:pt>
                <c:pt idx="42">
                  <c:v>1.778364893729293</c:v>
                </c:pt>
                <c:pt idx="43">
                  <c:v>1.9363120717575455</c:v>
                </c:pt>
                <c:pt idx="44">
                  <c:v>1.5474896391029298</c:v>
                </c:pt>
                <c:pt idx="45">
                  <c:v>1.2212834656489495</c:v>
                </c:pt>
                <c:pt idx="46">
                  <c:v>0.963840574940548</c:v>
                </c:pt>
                <c:pt idx="47">
                  <c:v>0.7708092460804916</c:v>
                </c:pt>
                <c:pt idx="48">
                  <c:v>0.6157988757642768</c:v>
                </c:pt>
                <c:pt idx="49">
                  <c:v>0.507083643988472</c:v>
                </c:pt>
                <c:pt idx="50">
                  <c:v>0.4064331914805493</c:v>
                </c:pt>
                <c:pt idx="51">
                  <c:v>0.32075829401602396</c:v>
                </c:pt>
                <c:pt idx="52">
                  <c:v>0.27557847780146905</c:v>
                </c:pt>
                <c:pt idx="53">
                  <c:v>0.6586695773194234</c:v>
                </c:pt>
                <c:pt idx="54">
                  <c:v>0.9393559529880925</c:v>
                </c:pt>
                <c:pt idx="55">
                  <c:v>1.1573969636853703</c:v>
                </c:pt>
                <c:pt idx="56">
                  <c:v>1.3000057034397992</c:v>
                </c:pt>
                <c:pt idx="57">
                  <c:v>1.5415526301985256</c:v>
                </c:pt>
                <c:pt idx="58">
                  <c:v>1.745607506324154</c:v>
                </c:pt>
                <c:pt idx="59">
                  <c:v>1.8937553869314512</c:v>
                </c:pt>
                <c:pt idx="60">
                  <c:v>1.494557432632462</c:v>
                </c:pt>
                <c:pt idx="61">
                  <c:v>1.2473517397201608</c:v>
                </c:pt>
                <c:pt idx="62">
                  <c:v>0.9844137350423702</c:v>
                </c:pt>
                <c:pt idx="63">
                  <c:v>1.3297640833382056</c:v>
                </c:pt>
                <c:pt idx="64">
                  <c:v>1.585157317873827</c:v>
                </c:pt>
                <c:pt idx="65">
                  <c:v>1.7884267468182142</c:v>
                </c:pt>
              </c:numCache>
            </c:numRef>
          </c:val>
        </c:ser>
        <c:ser>
          <c:idx val="7"/>
          <c:order val="7"/>
          <c:tx>
            <c:strRef>
              <c:f>Sheet1!$I$1</c:f>
              <c:strCache>
                <c:ptCount val="1"/>
                <c:pt idx="0">
                  <c:v>OOH</c:v>
                </c:pt>
              </c:strCache>
            </c:strRef>
          </c:tx>
          <c:spPr>
            <a:solidFill>
              <a:srgbClr val="FF7ED1"/>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Sheet1!$I$2:$I$67</c:f>
              <c:numCache>
                <c:formatCode>General</c:formatCode>
                <c:ptCount val="66"/>
                <c:pt idx="0">
                  <c:v>0.6353128794404186</c:v>
                </c:pt>
                <c:pt idx="1">
                  <c:v>0.34091936310315163</c:v>
                </c:pt>
                <c:pt idx="2">
                  <c:v>0.16512940730945802</c:v>
                </c:pt>
                <c:pt idx="3">
                  <c:v>0.07998290537144565</c:v>
                </c:pt>
                <c:pt idx="4">
                  <c:v>0.03874091996024027</c:v>
                </c:pt>
                <c:pt idx="5">
                  <c:v>0.01876474569654178</c:v>
                </c:pt>
                <c:pt idx="6">
                  <c:v>0.010590910411045462</c:v>
                </c:pt>
                <c:pt idx="7">
                  <c:v>0.017978642129873</c:v>
                </c:pt>
                <c:pt idx="8">
                  <c:v>0.4220046941495846</c:v>
                </c:pt>
                <c:pt idx="9">
                  <c:v>0.5760234136666569</c:v>
                </c:pt>
                <c:pt idx="10">
                  <c:v>0.27900558076065024</c:v>
                </c:pt>
                <c:pt idx="11">
                  <c:v>0.13514053812513235</c:v>
                </c:pt>
                <c:pt idx="12">
                  <c:v>0.06545734674897974</c:v>
                </c:pt>
                <c:pt idx="13">
                  <c:v>0.10008069480697637</c:v>
                </c:pt>
                <c:pt idx="14">
                  <c:v>0.055839120095987634</c:v>
                </c:pt>
                <c:pt idx="15">
                  <c:v>0.05117884694431022</c:v>
                </c:pt>
                <c:pt idx="16">
                  <c:v>0.3819544014500151</c:v>
                </c:pt>
                <c:pt idx="17">
                  <c:v>0.5306840975357768</c:v>
                </c:pt>
                <c:pt idx="18">
                  <c:v>0.25704480290291654</c:v>
                </c:pt>
                <c:pt idx="19">
                  <c:v>0.12450350595807118</c:v>
                </c:pt>
                <c:pt idx="20">
                  <c:v>0.06030514066338115</c:v>
                </c:pt>
                <c:pt idx="21">
                  <c:v>0.02920969945741861</c:v>
                </c:pt>
                <c:pt idx="22">
                  <c:v>0.014148156077692564</c:v>
                </c:pt>
                <c:pt idx="23">
                  <c:v>0.012918252001735152</c:v>
                </c:pt>
                <c:pt idx="24">
                  <c:v>0.013090443057348205</c:v>
                </c:pt>
                <c:pt idx="25">
                  <c:v>0.056272064291868075</c:v>
                </c:pt>
                <c:pt idx="26">
                  <c:v>0.027256218420730678</c:v>
                </c:pt>
                <c:pt idx="27">
                  <c:v>0.020453854251977294</c:v>
                </c:pt>
                <c:pt idx="28">
                  <c:v>0.009907131114758981</c:v>
                </c:pt>
                <c:pt idx="29">
                  <c:v>0.4156422593040481</c:v>
                </c:pt>
                <c:pt idx="30">
                  <c:v>0.6091791162543622</c:v>
                </c:pt>
                <c:pt idx="31">
                  <c:v>0.6973993590815563</c:v>
                </c:pt>
                <c:pt idx="32">
                  <c:v>0.7503846800202135</c:v>
                </c:pt>
                <c:pt idx="33">
                  <c:v>0.770310423954145</c:v>
                </c:pt>
                <c:pt idx="34">
                  <c:v>0.7758142903018568</c:v>
                </c:pt>
                <c:pt idx="35">
                  <c:v>0.7841965677708479</c:v>
                </c:pt>
                <c:pt idx="36">
                  <c:v>0.3798373705483267</c:v>
                </c:pt>
                <c:pt idx="37">
                  <c:v>0.18397992798564028</c:v>
                </c:pt>
                <c:pt idx="38">
                  <c:v>0.10613554256146351</c:v>
                </c:pt>
                <c:pt idx="39">
                  <c:v>0.05140834207278327</c:v>
                </c:pt>
                <c:pt idx="40">
                  <c:v>0.42228601696752827</c:v>
                </c:pt>
                <c:pt idx="41">
                  <c:v>0.5688818050144845</c:v>
                </c:pt>
                <c:pt idx="42">
                  <c:v>0.5923569777251738</c:v>
                </c:pt>
                <c:pt idx="43">
                  <c:v>0.5131905814673036</c:v>
                </c:pt>
                <c:pt idx="44">
                  <c:v>0.5224245758016919</c:v>
                </c:pt>
                <c:pt idx="45">
                  <c:v>0.48374740930995386</c:v>
                </c:pt>
                <c:pt idx="46">
                  <c:v>0.24506040977194943</c:v>
                </c:pt>
                <c:pt idx="47">
                  <c:v>0.16025487092919286</c:v>
                </c:pt>
                <c:pt idx="48">
                  <c:v>0.10892547433285883</c:v>
                </c:pt>
                <c:pt idx="49">
                  <c:v>0.05275968737523517</c:v>
                </c:pt>
                <c:pt idx="50">
                  <c:v>0.02555494597550578</c:v>
                </c:pt>
                <c:pt idx="51">
                  <c:v>0.03965158930899877</c:v>
                </c:pt>
                <c:pt idx="52">
                  <c:v>0.0880016354303381</c:v>
                </c:pt>
                <c:pt idx="53">
                  <c:v>0.3020030339525281</c:v>
                </c:pt>
                <c:pt idx="54">
                  <c:v>0.4539417915922177</c:v>
                </c:pt>
                <c:pt idx="55">
                  <c:v>0.4676715566449615</c:v>
                </c:pt>
                <c:pt idx="56">
                  <c:v>0.5081674613472118</c:v>
                </c:pt>
                <c:pt idx="57">
                  <c:v>0.2758066507325428</c:v>
                </c:pt>
                <c:pt idx="58">
                  <c:v>0.1335910883820681</c:v>
                </c:pt>
                <c:pt idx="59">
                  <c:v>0.4853749355425883</c:v>
                </c:pt>
                <c:pt idx="60">
                  <c:v>0.6579098685847881</c:v>
                </c:pt>
                <c:pt idx="61">
                  <c:v>0.7424492467901237</c:v>
                </c:pt>
                <c:pt idx="62">
                  <c:v>0.35961642942149824</c:v>
                </c:pt>
                <c:pt idx="63">
                  <c:v>0.174185611836744</c:v>
                </c:pt>
                <c:pt idx="64">
                  <c:v>0.0843694138773045</c:v>
                </c:pt>
                <c:pt idx="65">
                  <c:v>0.06359264659736336</c:v>
                </c:pt>
              </c:numCache>
            </c:numRef>
          </c:val>
        </c:ser>
        <c:ser>
          <c:idx val="8"/>
          <c:order val="8"/>
          <c:tx>
            <c:strRef>
              <c:f>Sheet1!$J$1</c:f>
              <c:strCache>
                <c:ptCount val="1"/>
                <c:pt idx="0">
                  <c:v>POS</c:v>
                </c:pt>
              </c:strCache>
            </c:strRef>
          </c:tx>
          <c:spPr>
            <a:solidFill>
              <a:srgbClr val="6B004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Sheet1!$J$2:$J$67</c:f>
              <c:numCache>
                <c:formatCode>General</c:formatCode>
                <c:ptCount val="66"/>
                <c:pt idx="0">
                  <c:v>0.004479223042161767</c:v>
                </c:pt>
                <c:pt idx="1">
                  <c:v>0.1332529644233064</c:v>
                </c:pt>
                <c:pt idx="2">
                  <c:v>0.14131606940004363</c:v>
                </c:pt>
                <c:pt idx="3">
                  <c:v>0.15773209537436486</c:v>
                </c:pt>
                <c:pt idx="4">
                  <c:v>0.1608027529885551</c:v>
                </c:pt>
                <c:pt idx="5">
                  <c:v>0.1607027885501596</c:v>
                </c:pt>
                <c:pt idx="6">
                  <c:v>0.16066271571491908</c:v>
                </c:pt>
                <c:pt idx="7">
                  <c:v>0.01606627157149191</c:v>
                </c:pt>
                <c:pt idx="8">
                  <c:v>0.008846371311123868</c:v>
                </c:pt>
                <c:pt idx="9">
                  <c:v>0.0008846371311123868</c:v>
                </c:pt>
                <c:pt idx="10">
                  <c:v>0.003091878514476186</c:v>
                </c:pt>
                <c:pt idx="11">
                  <c:v>0.0003091878514476186</c:v>
                </c:pt>
                <c:pt idx="12">
                  <c:v>0.0010901627393031996</c:v>
                </c:pt>
                <c:pt idx="13">
                  <c:v>0.0013169066006763603</c:v>
                </c:pt>
                <c:pt idx="14">
                  <c:v>0.00013169066006763603</c:v>
                </c:pt>
                <c:pt idx="15">
                  <c:v>0.0021607888058634986</c:v>
                </c:pt>
                <c:pt idx="16">
                  <c:v>0.00776725569851323</c:v>
                </c:pt>
                <c:pt idx="17">
                  <c:v>0.10560646574248318</c:v>
                </c:pt>
                <c:pt idx="18">
                  <c:v>0.10945492110687004</c:v>
                </c:pt>
                <c:pt idx="19">
                  <c:v>0.11619224825084384</c:v>
                </c:pt>
                <c:pt idx="20">
                  <c:v>0.015582728506027942</c:v>
                </c:pt>
                <c:pt idx="21">
                  <c:v>0.07803716830476778</c:v>
                </c:pt>
                <c:pt idx="22">
                  <c:v>0.08132358896739565</c:v>
                </c:pt>
                <c:pt idx="23">
                  <c:v>0.008132358896739566</c:v>
                </c:pt>
                <c:pt idx="24">
                  <c:v>0.0008132358896739566</c:v>
                </c:pt>
                <c:pt idx="25">
                  <c:v>0.0026632715924122035</c:v>
                </c:pt>
                <c:pt idx="26">
                  <c:v>0.0002663271592412204</c:v>
                </c:pt>
                <c:pt idx="27">
                  <c:v>2.6632715924122037e-05</c:v>
                </c:pt>
                <c:pt idx="28">
                  <c:v>0.13174470050383785</c:v>
                </c:pt>
                <c:pt idx="29">
                  <c:v>0.1449784318907666</c:v>
                </c:pt>
                <c:pt idx="30">
                  <c:v>0.140644297315395</c:v>
                </c:pt>
                <c:pt idx="31">
                  <c:v>0.14068494304765575</c:v>
                </c:pt>
                <c:pt idx="32">
                  <c:v>0.14236339401173223</c:v>
                </c:pt>
                <c:pt idx="33">
                  <c:v>0.14462270712155864</c:v>
                </c:pt>
                <c:pt idx="34">
                  <c:v>0.13964632130844168</c:v>
                </c:pt>
                <c:pt idx="35">
                  <c:v>0.13823519423570993</c:v>
                </c:pt>
                <c:pt idx="36">
                  <c:v>0.13716328839292</c:v>
                </c:pt>
                <c:pt idx="37">
                  <c:v>0.14085463049525693</c:v>
                </c:pt>
                <c:pt idx="38">
                  <c:v>0.014085463049525692</c:v>
                </c:pt>
                <c:pt idx="39">
                  <c:v>0.10723023841483954</c:v>
                </c:pt>
                <c:pt idx="40">
                  <c:v>0.11505531548604826</c:v>
                </c:pt>
                <c:pt idx="41">
                  <c:v>0.01597680627138619</c:v>
                </c:pt>
                <c:pt idx="42">
                  <c:v>0.0033773079912502424</c:v>
                </c:pt>
                <c:pt idx="43">
                  <c:v>0.00033773079912502424</c:v>
                </c:pt>
                <c:pt idx="44">
                  <c:v>0.10352329117567098</c:v>
                </c:pt>
                <c:pt idx="45">
                  <c:v>0.10983034908727785</c:v>
                </c:pt>
                <c:pt idx="46">
                  <c:v>0.11492911434595614</c:v>
                </c:pt>
                <c:pt idx="47">
                  <c:v>0.11147289309942522</c:v>
                </c:pt>
                <c:pt idx="48">
                  <c:v>0.014323408415483128</c:v>
                </c:pt>
                <c:pt idx="49">
                  <c:v>0.1328719377386388</c:v>
                </c:pt>
                <c:pt idx="50">
                  <c:v>0.14257318008572883</c:v>
                </c:pt>
                <c:pt idx="51">
                  <c:v>0.1381661470682541</c:v>
                </c:pt>
                <c:pt idx="52">
                  <c:v>0.014836193227099023</c:v>
                </c:pt>
                <c:pt idx="53">
                  <c:v>0.0014836193227099022</c:v>
                </c:pt>
                <c:pt idx="54">
                  <c:v>0.1189496055055339</c:v>
                </c:pt>
                <c:pt idx="55">
                  <c:v>0.12463568358235938</c:v>
                </c:pt>
                <c:pt idx="56">
                  <c:v>0.13221699505952542</c:v>
                </c:pt>
                <c:pt idx="57">
                  <c:v>0.13471342158373323</c:v>
                </c:pt>
                <c:pt idx="58">
                  <c:v>0.014527919006345381</c:v>
                </c:pt>
                <c:pt idx="59">
                  <c:v>0.0014527919006345382</c:v>
                </c:pt>
                <c:pt idx="60">
                  <c:v>0.00014527919006345383</c:v>
                </c:pt>
                <c:pt idx="61">
                  <c:v>1.4527919006345385e-05</c:v>
                </c:pt>
                <c:pt idx="62">
                  <c:v>0.0023740142246476887</c:v>
                </c:pt>
                <c:pt idx="63">
                  <c:v>0.00023740142246476888</c:v>
                </c:pt>
                <c:pt idx="64">
                  <c:v>2.374014224647689e-05</c:v>
                </c:pt>
                <c:pt idx="65">
                  <c:v>2.374014224647689e-06</c:v>
                </c:pt>
              </c:numCache>
            </c:numRef>
          </c:val>
        </c:ser>
        <c:ser>
          <c:idx val="9"/>
          <c:order val="9"/>
          <c:tx>
            <c:strRef>
              <c:f>Sheet1!$K$1</c:f>
              <c:strCache>
                <c:ptCount val="1"/>
                <c:pt idx="0">
                  <c:v>PR</c:v>
                </c:pt>
              </c:strCache>
            </c:strRef>
          </c:tx>
          <c:spPr>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Sheet1!$K$2:$K$67</c:f>
              <c:numCache>
                <c:formatCode>General</c:formatCode>
                <c:ptCount val="66"/>
                <c:pt idx="0">
                  <c:v>-0.029987623296957623</c:v>
                </c:pt>
                <c:pt idx="1">
                  <c:v>-0.5144569495224857</c:v>
                </c:pt>
                <c:pt idx="2">
                  <c:v>-0.6640609588962766</c:v>
                </c:pt>
                <c:pt idx="3">
                  <c:v>-0.23322253758316927</c:v>
                </c:pt>
                <c:pt idx="4">
                  <c:v>-0.07441081672859806</c:v>
                </c:pt>
                <c:pt idx="5">
                  <c:v>-0.045376355133750476</c:v>
                </c:pt>
                <c:pt idx="6">
                  <c:v>-0.015128714536706965</c:v>
                </c:pt>
                <c:pt idx="7">
                  <c:v>-0.004826892016509041</c:v>
                </c:pt>
                <c:pt idx="8">
                  <c:v>-0.0015400440323272918</c:v>
                </c:pt>
                <c:pt idx="9">
                  <c:v>-0.000491358748734184</c:v>
                </c:pt>
                <c:pt idx="10">
                  <c:v>-0.00015677046557738508</c:v>
                </c:pt>
                <c:pt idx="11">
                  <c:v>-5.00184008947926e-05</c:v>
                </c:pt>
                <c:pt idx="12">
                  <c:v>-0.02642847052064545</c:v>
                </c:pt>
                <c:pt idx="13">
                  <c:v>-0.02375397151415633</c:v>
                </c:pt>
                <c:pt idx="14">
                  <c:v>-0.007578823381449148</c:v>
                </c:pt>
                <c:pt idx="15">
                  <c:v>-0.3991495753167167</c:v>
                </c:pt>
                <c:pt idx="16">
                  <c:v>-0.5391817971879218</c:v>
                </c:pt>
                <c:pt idx="17">
                  <c:v>-0.5863772104493419</c:v>
                </c:pt>
                <c:pt idx="18">
                  <c:v>-0.5742070924346104</c:v>
                </c:pt>
                <c:pt idx="19">
                  <c:v>-0.19883224792462315</c:v>
                </c:pt>
                <c:pt idx="20">
                  <c:v>-0.08646250181130959</c:v>
                </c:pt>
                <c:pt idx="21">
                  <c:v>-0.027586293515407378</c:v>
                </c:pt>
                <c:pt idx="22">
                  <c:v>-0.008801544877558302</c:v>
                </c:pt>
                <c:pt idx="23">
                  <c:v>-0.04065726352836012</c:v>
                </c:pt>
                <c:pt idx="24">
                  <c:v>-0.43478666307912645</c:v>
                </c:pt>
                <c:pt idx="25">
                  <c:v>-0.5292388629557531</c:v>
                </c:pt>
                <c:pt idx="26">
                  <c:v>-0.5510677180508711</c:v>
                </c:pt>
                <c:pt idx="27">
                  <c:v>-0.1914098013104496</c:v>
                </c:pt>
                <c:pt idx="28">
                  <c:v>-0.0611572085285811</c:v>
                </c:pt>
                <c:pt idx="29">
                  <c:v>-0.5012210531929839</c:v>
                </c:pt>
                <c:pt idx="30">
                  <c:v>-0.6423014264474186</c:v>
                </c:pt>
                <c:pt idx="31">
                  <c:v>-0.6831569859647999</c:v>
                </c:pt>
                <c:pt idx="32">
                  <c:v>-0.6956210692113457</c:v>
                </c:pt>
                <c:pt idx="33">
                  <c:v>-0.2240038392029909</c:v>
                </c:pt>
                <c:pt idx="34">
                  <c:v>-0.07386077853802633</c:v>
                </c:pt>
                <c:pt idx="35">
                  <c:v>-0.4731404083645548</c:v>
                </c:pt>
                <c:pt idx="36">
                  <c:v>-0.600792851024951</c:v>
                </c:pt>
                <c:pt idx="37">
                  <c:v>-0.1916859630837657</c:v>
                </c:pt>
                <c:pt idx="38">
                  <c:v>-0.06986442283043484</c:v>
                </c:pt>
                <c:pt idx="39">
                  <c:v>-0.029215478132156948</c:v>
                </c:pt>
                <c:pt idx="40">
                  <c:v>-0.009321344375455334</c:v>
                </c:pt>
                <c:pt idx="41">
                  <c:v>-0.0029740215297109013</c:v>
                </c:pt>
                <c:pt idx="42">
                  <c:v>-0.35963618510743317</c:v>
                </c:pt>
                <c:pt idx="43">
                  <c:v>-0.4660456894097833</c:v>
                </c:pt>
                <c:pt idx="44">
                  <c:v>-0.5135890018338746</c:v>
                </c:pt>
                <c:pt idx="45">
                  <c:v>-0.5206908465149981</c:v>
                </c:pt>
                <c:pt idx="46">
                  <c:v>-0.16805996246371485</c:v>
                </c:pt>
                <c:pt idx="47">
                  <c:v>-0.053620371323860536</c:v>
                </c:pt>
                <c:pt idx="48">
                  <c:v>-0.3213145401602119</c:v>
                </c:pt>
                <c:pt idx="49">
                  <c:v>-0.4059190809092878</c:v>
                </c:pt>
                <c:pt idx="50">
                  <c:v>-0.42145679694215876</c:v>
                </c:pt>
                <c:pt idx="51">
                  <c:v>-0.42241633210809276</c:v>
                </c:pt>
                <c:pt idx="52">
                  <c:v>-0.13905657149193174</c:v>
                </c:pt>
                <c:pt idx="53">
                  <c:v>-0.32374857414591307</c:v>
                </c:pt>
                <c:pt idx="54">
                  <c:v>-0.3836894974884114</c:v>
                </c:pt>
                <c:pt idx="55">
                  <c:v>-0.4122603018584453</c:v>
                </c:pt>
                <c:pt idx="56">
                  <c:v>-0.4148301143532081</c:v>
                </c:pt>
                <c:pt idx="57">
                  <c:v>-0.1426573768948656</c:v>
                </c:pt>
                <c:pt idx="58">
                  <c:v>-0.04717908534177875</c:v>
                </c:pt>
                <c:pt idx="59">
                  <c:v>-0.015052723073721215</c:v>
                </c:pt>
                <c:pt idx="60">
                  <c:v>-0.00668781183261278</c:v>
                </c:pt>
                <c:pt idx="61">
                  <c:v>-0.0021337798042542705</c:v>
                </c:pt>
                <c:pt idx="62">
                  <c:v>-0.14979095331754852</c:v>
                </c:pt>
                <c:pt idx="63">
                  <c:v>-0.2034462613668174</c:v>
                </c:pt>
                <c:pt idx="64">
                  <c:v>-0.06626449734475053</c:v>
                </c:pt>
                <c:pt idx="65">
                  <c:v>-0.021142019200329383</c:v>
                </c:pt>
              </c:numCache>
            </c:numRef>
          </c:val>
        </c:ser>
        <c:ser>
          <c:idx val="10"/>
          <c:order val="10"/>
          <c:tx>
            <c:strRef>
              <c:f>Sheet1!$L$1</c:f>
              <c:strCache>
                <c:ptCount val="1"/>
                <c:pt idx="0">
                  <c:v>Seasonality</c:v>
                </c:pt>
              </c:strCache>
            </c:strRef>
          </c:tx>
          <c:spPr>
            <a:solidFill>
              <a:srgbClr val="FFA52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Sheet1!$L$2:$L$67</c:f>
              <c:numCache>
                <c:formatCode>General</c:formatCode>
                <c:ptCount val="66"/>
                <c:pt idx="0">
                  <c:v>0.9879970499982013</c:v>
                </c:pt>
                <c:pt idx="1">
                  <c:v>0.8135540154555372</c:v>
                </c:pt>
                <c:pt idx="2">
                  <c:v>1.029856963552291</c:v>
                </c:pt>
                <c:pt idx="3">
                  <c:v>1.0956276409858745</c:v>
                </c:pt>
                <c:pt idx="4">
                  <c:v>1.4385650944293529</c:v>
                </c:pt>
                <c:pt idx="5">
                  <c:v>0.8188934973508637</c:v>
                </c:pt>
                <c:pt idx="6">
                  <c:v>0.5360294488116608</c:v>
                </c:pt>
                <c:pt idx="7">
                  <c:v>0.26640434024626813</c:v>
                </c:pt>
                <c:pt idx="8">
                  <c:v>0.07202974716455657</c:v>
                </c:pt>
                <c:pt idx="9">
                  <c:v>0.0</c:v>
                </c:pt>
                <c:pt idx="10">
                  <c:v>0.0729509561949726</c:v>
                </c:pt>
                <c:pt idx="11">
                  <c:v>0.27028752318603466</c:v>
                </c:pt>
                <c:pt idx="12">
                  <c:v>1.848495130540448</c:v>
                </c:pt>
                <c:pt idx="13">
                  <c:v>0.8332692602337346</c:v>
                </c:pt>
                <c:pt idx="14">
                  <c:v>1.014163170650022</c:v>
                </c:pt>
                <c:pt idx="15">
                  <c:v>1.0654938839188262</c:v>
                </c:pt>
                <c:pt idx="16">
                  <c:v>1.8220282205158398</c:v>
                </c:pt>
                <c:pt idx="17">
                  <c:v>0.8262864239517924</c:v>
                </c:pt>
                <c:pt idx="18">
                  <c:v>0.5470024642688927</c:v>
                </c:pt>
                <c:pt idx="19">
                  <c:v>0.279026574540012</c:v>
                </c:pt>
                <c:pt idx="20">
                  <c:v>0.074244767220911</c:v>
                </c:pt>
                <c:pt idx="21">
                  <c:v>0.0</c:v>
                </c:pt>
                <c:pt idx="22">
                  <c:v>0.07268468603027145</c:v>
                </c:pt>
                <c:pt idx="23">
                  <c:v>0.2678130936308776</c:v>
                </c:pt>
                <c:pt idx="24">
                  <c:v>0.9422229686537694</c:v>
                </c:pt>
                <c:pt idx="25">
                  <c:v>0.8106850240341217</c:v>
                </c:pt>
                <c:pt idx="26">
                  <c:v>0.9948955299887885</c:v>
                </c:pt>
                <c:pt idx="27">
                  <c:v>1.0851569429849448</c:v>
                </c:pt>
                <c:pt idx="28">
                  <c:v>1.4400939388656973</c:v>
                </c:pt>
                <c:pt idx="29">
                  <c:v>0.8087006005209787</c:v>
                </c:pt>
                <c:pt idx="30">
                  <c:v>0.5258764094708965</c:v>
                </c:pt>
                <c:pt idx="31">
                  <c:v>0.2635652233256991</c:v>
                </c:pt>
                <c:pt idx="32">
                  <c:v>0.0719454113789979</c:v>
                </c:pt>
                <c:pt idx="33">
                  <c:v>0.0</c:v>
                </c:pt>
                <c:pt idx="34">
                  <c:v>0.07492096190946285</c:v>
                </c:pt>
                <c:pt idx="35">
                  <c:v>0.27943574469624366</c:v>
                </c:pt>
                <c:pt idx="36">
                  <c:v>1.819440844897794</c:v>
                </c:pt>
                <c:pt idx="37">
                  <c:v>0.8049933225540329</c:v>
                </c:pt>
                <c:pt idx="38">
                  <c:v>0.9956309247367798</c:v>
                </c:pt>
                <c:pt idx="39">
                  <c:v>1.0830374953664474</c:v>
                </c:pt>
                <c:pt idx="40">
                  <c:v>1.9003831911544835</c:v>
                </c:pt>
                <c:pt idx="41">
                  <c:v>0.840324669513123</c:v>
                </c:pt>
                <c:pt idx="42">
                  <c:v>0.5589661263174719</c:v>
                </c:pt>
                <c:pt idx="43">
                  <c:v>0.2821838561508798</c:v>
                </c:pt>
                <c:pt idx="44">
                  <c:v>0.07374930999068852</c:v>
                </c:pt>
                <c:pt idx="45">
                  <c:v>0.0</c:v>
                </c:pt>
                <c:pt idx="46">
                  <c:v>0.0716831498710846</c:v>
                </c:pt>
                <c:pt idx="47">
                  <c:v>0.2730265770506932</c:v>
                </c:pt>
                <c:pt idx="48">
                  <c:v>1.7920511617346873</c:v>
                </c:pt>
                <c:pt idx="49">
                  <c:v>0.8105715557010811</c:v>
                </c:pt>
                <c:pt idx="50">
                  <c:v>1.0000731210727167</c:v>
                </c:pt>
                <c:pt idx="51">
                  <c:v>1.0670585629904537</c:v>
                </c:pt>
                <c:pt idx="52">
                  <c:v>1.3836867522450245</c:v>
                </c:pt>
                <c:pt idx="53">
                  <c:v>0.7846843767935496</c:v>
                </c:pt>
                <c:pt idx="54">
                  <c:v>0.5272622436655752</c:v>
                </c:pt>
                <c:pt idx="55">
                  <c:v>0.27383459888109485</c:v>
                </c:pt>
                <c:pt idx="56">
                  <c:v>0.07486977265998007</c:v>
                </c:pt>
                <c:pt idx="57">
                  <c:v>0.0</c:v>
                </c:pt>
                <c:pt idx="58">
                  <c:v>0.0737373029855064</c:v>
                </c:pt>
                <c:pt idx="59">
                  <c:v>0.27622097360985265</c:v>
                </c:pt>
                <c:pt idx="60">
                  <c:v>1.834442390329745</c:v>
                </c:pt>
                <c:pt idx="61">
                  <c:v>0.8275627897519868</c:v>
                </c:pt>
                <c:pt idx="62">
                  <c:v>1.0208745006924502</c:v>
                </c:pt>
                <c:pt idx="63">
                  <c:v>1.0901649236131874</c:v>
                </c:pt>
                <c:pt idx="64">
                  <c:v>1.4623767701487616</c:v>
                </c:pt>
                <c:pt idx="65">
                  <c:v>0.828943826002039</c:v>
                </c:pt>
              </c:numCache>
            </c:numRef>
          </c:val>
        </c:ser>
        <c:ser>
          <c:idx val="11"/>
          <c:order val="11"/>
          <c:tx>
            <c:strRef>
              <c:f>Sheet1!$M$1</c:f>
              <c:strCache>
                <c:ptCount val="1"/>
                <c:pt idx="0">
                  <c:v>TV</c:v>
                </c:pt>
              </c:strCache>
            </c:strRef>
          </c:tx>
          <c:spPr>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Sheet1!$M$2:$M$67</c:f>
              <c:numCache>
                <c:formatCode>General</c:formatCode>
                <c:ptCount val="66"/>
                <c:pt idx="0">
                  <c:v>-0.33968953926527823</c:v>
                </c:pt>
                <c:pt idx="1">
                  <c:v>-0.43427990411569634</c:v>
                </c:pt>
                <c:pt idx="2">
                  <c:v>-0.4600995916394615</c:v>
                </c:pt>
                <c:pt idx="3">
                  <c:v>-0.17396414778011363</c:v>
                </c:pt>
                <c:pt idx="4">
                  <c:v>-0.22271391561737175</c:v>
                </c:pt>
                <c:pt idx="5">
                  <c:v>-0.2357841658963848</c:v>
                </c:pt>
                <c:pt idx="6">
                  <c:v>-0.23653593426167585</c:v>
                </c:pt>
                <c:pt idx="7">
                  <c:v>-0.09883116642940687</c:v>
                </c:pt>
                <c:pt idx="8">
                  <c:v>-0.05906518565460392</c:v>
                </c:pt>
                <c:pt idx="9">
                  <c:v>-0.046140060855037746</c:v>
                </c:pt>
                <c:pt idx="10">
                  <c:v>-0.03394956032034404</c:v>
                </c:pt>
                <c:pt idx="11">
                  <c:v>-0.19041148751611123</c:v>
                </c:pt>
                <c:pt idx="12">
                  <c:v>-0.24566710667947925</c:v>
                </c:pt>
                <c:pt idx="13">
                  <c:v>-0.26481924347010105</c:v>
                </c:pt>
                <c:pt idx="14">
                  <c:v>-0.26960829626697147</c:v>
                </c:pt>
                <c:pt idx="15">
                  <c:v>-0.11054849663974</c:v>
                </c:pt>
                <c:pt idx="16">
                  <c:v>-0.06334210937851578</c:v>
                </c:pt>
                <c:pt idx="17">
                  <c:v>-0.04551389352678509</c:v>
                </c:pt>
                <c:pt idx="18">
                  <c:v>-0.04052031987288196</c:v>
                </c:pt>
                <c:pt idx="19">
                  <c:v>-0.034649550170593985</c:v>
                </c:pt>
                <c:pt idx="20">
                  <c:v>-0.027747033907845917</c:v>
                </c:pt>
                <c:pt idx="21">
                  <c:v>-0.036157220817296214</c:v>
                </c:pt>
                <c:pt idx="22">
                  <c:v>-0.042251754094938504</c:v>
                </c:pt>
                <c:pt idx="23">
                  <c:v>-0.0380471563532769</c:v>
                </c:pt>
                <c:pt idx="24">
                  <c:v>-0.03775143794150018</c:v>
                </c:pt>
                <c:pt idx="25">
                  <c:v>-0.03842313580453284</c:v>
                </c:pt>
                <c:pt idx="26">
                  <c:v>-0.041748281589027124</c:v>
                </c:pt>
                <c:pt idx="27">
                  <c:v>-0.041275198008213075</c:v>
                </c:pt>
                <c:pt idx="28">
                  <c:v>-0.03998659805566512</c:v>
                </c:pt>
                <c:pt idx="29">
                  <c:v>-0.2864334436101737</c:v>
                </c:pt>
                <c:pt idx="30">
                  <c:v>-0.36378462349934626</c:v>
                </c:pt>
                <c:pt idx="31">
                  <c:v>-0.1383162485783853</c:v>
                </c:pt>
                <c:pt idx="32">
                  <c:v>-0.06869831960541062</c:v>
                </c:pt>
                <c:pt idx="33">
                  <c:v>-0.049630797000273064</c:v>
                </c:pt>
                <c:pt idx="34">
                  <c:v>-0.0408645889549221</c:v>
                </c:pt>
                <c:pt idx="35">
                  <c:v>-0.038587778317478644</c:v>
                </c:pt>
                <c:pt idx="36">
                  <c:v>-0.3236863184006574</c:v>
                </c:pt>
                <c:pt idx="37">
                  <c:v>-0.41192888061918664</c:v>
                </c:pt>
                <c:pt idx="38">
                  <c:v>-0.1536815731547269</c:v>
                </c:pt>
                <c:pt idx="39">
                  <c:v>-0.07570040172599958</c:v>
                </c:pt>
                <c:pt idx="40">
                  <c:v>-0.04882631540887977</c:v>
                </c:pt>
                <c:pt idx="41">
                  <c:v>-0.036333936102621575</c:v>
                </c:pt>
                <c:pt idx="42">
                  <c:v>-0.33283508699934106</c:v>
                </c:pt>
                <c:pt idx="43">
                  <c:v>-0.4233941714596106</c:v>
                </c:pt>
                <c:pt idx="44">
                  <c:v>-0.16558664173760448</c:v>
                </c:pt>
                <c:pt idx="45">
                  <c:v>-0.08181311548876427</c:v>
                </c:pt>
                <c:pt idx="46">
                  <c:v>-0.04953116465207009</c:v>
                </c:pt>
                <c:pt idx="47">
                  <c:v>-0.039143333538655845</c:v>
                </c:pt>
                <c:pt idx="48">
                  <c:v>-0.034802268097564974</c:v>
                </c:pt>
                <c:pt idx="49">
                  <c:v>-0.0320249092376425</c:v>
                </c:pt>
                <c:pt idx="50">
                  <c:v>-0.03451161164632553</c:v>
                </c:pt>
                <c:pt idx="51">
                  <c:v>-0.039897672628237554</c:v>
                </c:pt>
                <c:pt idx="52">
                  <c:v>-0.20004431722096627</c:v>
                </c:pt>
                <c:pt idx="53">
                  <c:v>-0.2576474282954676</c:v>
                </c:pt>
                <c:pt idx="54">
                  <c:v>-0.2725683411917805</c:v>
                </c:pt>
                <c:pt idx="55">
                  <c:v>-0.27551993992065205</c:v>
                </c:pt>
                <c:pt idx="56">
                  <c:v>-0.11562962083985431</c:v>
                </c:pt>
                <c:pt idx="57">
                  <c:v>-0.05923940219144463</c:v>
                </c:pt>
                <c:pt idx="58">
                  <c:v>-0.04600263363280976</c:v>
                </c:pt>
                <c:pt idx="59">
                  <c:v>-0.03874627886464062</c:v>
                </c:pt>
                <c:pt idx="60">
                  <c:v>-0.26476934179769285</c:v>
                </c:pt>
                <c:pt idx="61">
                  <c:v>-0.33896884037263053</c:v>
                </c:pt>
                <c:pt idx="62">
                  <c:v>-0.36540418864770413</c:v>
                </c:pt>
                <c:pt idx="63">
                  <c:v>-0.37195644835771696</c:v>
                </c:pt>
                <c:pt idx="64">
                  <c:v>-0.14463420247287795</c:v>
                </c:pt>
                <c:pt idx="65">
                  <c:v>-0.34619956534292706</c:v>
                </c:pt>
              </c:numCache>
            </c:numRef>
          </c:val>
        </c:ser>
        <c:gapWidth val="0"/>
        <c:overlap val="100"/>
        <c:axId val="-2068027336"/>
        <c:axId val="-2113994440"/>
      </c:barChart>
      <c:dateAx>
        <c:axId val="-2068027336"/>
        <c:scaling>
          <c:orientation val="minMax"/>
        </c:scaling>
        <c:delete val="0"/>
        <c:axPos val="b"/>
        <c:minorGridlines/>
        <c:numFmt formatCode="yyyy\-mm\-dd" sourceLinked="1"/>
        <c:majorTickMark val="out"/>
        <c:minorTickMark val="none"/>
        <c:tickLblPos val="low"/>
        <c:crossAx val="-2113994440"/>
        <c:crosses val="autoZero"/>
        <c:auto val="1"/>
        <c:lblOffset val="100"/>
        <c:baseTimeUnit val="months"/>
      </c:dateAx>
      <c:valAx>
        <c:axId val="-2113994440"/>
        <c:scaling/>
        <c:delete val="0"/>
        <c:axPos val="l"/>
        <c:majorGridlines/>
        <c:title>
          <c:tx>
            <c:rich>
              <a:bodyPr/>
              <a:lstStyle/>
              <a:p>
                <a:pPr>
                  <a:defRPr sz="1200"/>
                </a:pPr>
              </a:p>
            </c:rich>
          </c:tx>
          <c:layout/>
          <c:overlay val="0"/>
        </c:title>
        <c:majorTickMark val="out"/>
        <c:minorTickMark val="none"/>
        <c:tickLblPos val="nextTo"/>
        <c:crossAx val="-2068027336"/>
        <c:crosses val="autoZero"/>
      </c:valAx>
    </c:plotArea>
    <c:legend>
      <c:legendPos val="l"/>
      <c:overlay val="0"/>
      <c:txPr>
        <a:bodyPr/>
        <a:lstStyle/>
        <a:p>
          <a:pPr>
            <a:defRPr sz="1000">
              <a:latin typeface="Calibri"/>
            </a:defRPr>
          </a:pPr>
        </a:p>
      </c:txPr>
    </c:legend>
    <c:dispBlanksAs val="gap"/>
  </c:chart>
  <c:txPr>
    <a:bodyPr/>
    <a:lstStyle/>
    <a:p>
      <a:pPr>
        <a:defRPr sz="1000">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stacked"/>
        <c:ser>
          <c:idx val="0"/>
          <c:order val="0"/>
          <c:tx>
            <c:strRef>
              <c:f>Sheet1!$B$1</c:f>
              <c:strCache>
                <c:ptCount val="1"/>
                <c:pt idx="0">
                  <c:v>base</c:v>
                </c:pt>
              </c:strCache>
            </c:strRef>
          </c:tx>
          <c:spPr>
            <a:solidFill>
              <a:srgbClr val="FF0000">
                <a:alpha val="0"/>
              </a:srgbClr>
            </a:solidFill>
          </c:spPr>
          <c:cat>
            <c:strRef>
              <c:f>Sheet1!$A$2:$A$13</c:f>
              <c:strCache>
                <c:ptCount val="12"/>
                <c:pt idx="0">
                  <c:v>Base</c:v>
                </c:pt>
                <c:pt idx="1">
                  <c:v>Distribution</c:v>
                </c:pt>
                <c:pt idx="2">
                  <c:v>E-com</c:v>
                </c:pt>
                <c:pt idx="3">
                  <c:v>Seasonality</c:v>
                </c:pt>
                <c:pt idx="4">
                  <c:v>OOH</c:v>
                </c:pt>
                <c:pt idx="5">
                  <c:v>Digital_DA</c:v>
                </c:pt>
                <c:pt idx="6">
                  <c:v>Digital_Special...</c:v>
                </c:pt>
                <c:pt idx="7">
                  <c:v>POS</c:v>
                </c:pt>
                <c:pt idx="8">
                  <c:v>PR</c:v>
                </c:pt>
                <c:pt idx="9">
                  <c:v>Digital_Video</c:v>
                </c:pt>
                <c:pt idx="10">
                  <c:v>TV</c:v>
                </c:pt>
                <c:pt idx="11">
                  <c:v>Digital_Indoor</c:v>
                </c:pt>
              </c:strCache>
            </c:strRef>
          </c:cat>
          <c:val>
            <c:numRef>
              <c:f>Sheet1!$B$2:$B$13</c:f>
              <c:numCache>
                <c:formatCode>General</c:formatCode>
                <c:ptCount val="12"/>
                <c:pt idx="0">
                  <c:v>0.0</c:v>
                </c:pt>
                <c:pt idx="1">
                  <c:v>76.20175879096114</c:v>
                </c:pt>
                <c:pt idx="2">
                  <c:v>95.9800835936081</c:v>
                </c:pt>
                <c:pt idx="3">
                  <c:v>99.2940004251689</c:v>
                </c:pt>
                <c:pt idx="4">
                  <c:v>102.07118100415354</c:v>
                </c:pt>
                <c:pt idx="5">
                  <c:v>102.88971628615798</c:v>
                </c:pt>
                <c:pt idx="6">
                  <c:v>102.95762762770264</c:v>
                </c:pt>
                <c:pt idx="7">
                  <c:v>102.96807944610632</c:v>
                </c:pt>
                <c:pt idx="8">
                  <c:v>102.7924829670695</c:v>
                </c:pt>
                <c:pt idx="9">
                  <c:v>102.09384105202506</c:v>
                </c:pt>
                <c:pt idx="10">
                  <c:v>101.37366203265408</c:v>
                </c:pt>
                <c:pt idx="11">
                  <c:v>100.0</c:v>
                </c:pt>
              </c:numCache>
            </c:numRef>
          </c:val>
        </c:ser>
        <c:ser>
          <c:idx val="1"/>
          <c:order val="1"/>
          <c:tx>
            <c:strRef>
              <c:f>Sheet1!$C$1</c:f>
              <c:strCache>
                <c:ptCount val="1"/>
                <c:pt idx="0">
                  <c:v>value</c:v>
                </c:pt>
              </c:strCache>
            </c:strRef>
          </c:tx>
          <c:dPt>
            <c:idx val="0"/>
            <c:spPr>
              <a:solidFill>
                <a:srgbClr val="D60000"/>
              </a:solidFill>
            </c:spPr>
          </c:dPt>
          <c:dPt>
            <c:idx val="1"/>
            <c:spPr>
              <a:solidFill>
                <a:srgbClr val="00ACC6"/>
              </a:solidFill>
            </c:spPr>
          </c:dPt>
          <c:dPt>
            <c:idx val="2"/>
            <c:spPr>
              <a:solidFill>
                <a:srgbClr val="97FF00"/>
              </a:solidFill>
            </c:spPr>
          </c:dPt>
          <c:dPt>
            <c:idx val="3"/>
            <c:spPr>
              <a:solidFill>
                <a:srgbClr val="FFA52F"/>
              </a:solidFill>
            </c:spPr>
          </c:dPt>
          <c:dPt>
            <c:idx val="4"/>
            <c:spPr>
              <a:solidFill>
                <a:srgbClr val="FF7ED1"/>
              </a:solidFill>
            </c:spPr>
          </c:dPt>
          <c:dPt>
            <c:idx val="5"/>
            <c:spPr>
              <a:solidFill>
                <a:srgbClr val="8C3BFF"/>
              </a:solidFill>
            </c:spPr>
          </c:dPt>
          <c:dPt>
            <c:idx val="6"/>
            <c:spPr>
              <a:solidFill>
                <a:srgbClr val="018700"/>
              </a:solidFill>
            </c:spPr>
          </c:dPt>
          <c:dPt>
            <c:idx val="7"/>
            <c:spPr>
              <a:solidFill>
                <a:srgbClr val="6B004F"/>
              </a:solidFill>
            </c:spPr>
          </c:dPt>
          <c:dLbls>
            <c:dLbl>
              <c:idx val="0"/>
              <c:tx>
                <c:rich>
                  <a:bodyPr/>
                  <a:lstStyle/>
                  <a:p>
                    <a:r>
                      <a:t>76.2%</a:t>
                    </a:r>
                  </a:p>
                </c:rich>
              </c:tx>
              <c:dLblPos val="inEnd"/>
              <c:showLegendKey val="0"/>
              <c:showVal val="1"/>
              <c:showCatName val="0"/>
              <c:showSerName val="0"/>
              <c:showPercent val="0"/>
              <c:showBubbleSize val="0"/>
            </c:dLbl>
            <c:dLbl>
              <c:idx val="1"/>
              <c:tx>
                <c:rich>
                  <a:bodyPr/>
                  <a:lstStyle/>
                  <a:p>
                    <a:r>
                      <a:t>19.78%</a:t>
                    </a:r>
                  </a:p>
                </c:rich>
              </c:tx>
              <c:dLblPos val="inEnd"/>
              <c:showLegendKey val="0"/>
              <c:showVal val="1"/>
              <c:showCatName val="0"/>
              <c:showSerName val="0"/>
              <c:showPercent val="0"/>
              <c:showBubbleSize val="0"/>
            </c:dLbl>
            <c:dLbl>
              <c:idx val="2"/>
              <c:tx>
                <c:rich>
                  <a:bodyPr/>
                  <a:lstStyle/>
                  <a:p>
                    <a:r>
                      <a:t>3.31%</a:t>
                    </a:r>
                  </a:p>
                </c:rich>
              </c:tx>
              <c:dLblPos val="inEnd"/>
              <c:showLegendKey val="0"/>
              <c:showVal val="1"/>
              <c:showCatName val="0"/>
              <c:showSerName val="0"/>
              <c:showPercent val="0"/>
              <c:showBubbleSize val="0"/>
            </c:dLbl>
            <c:dLbl>
              <c:idx val="3"/>
              <c:tx>
                <c:rich>
                  <a:bodyPr/>
                  <a:lstStyle/>
                  <a:p>
                    <a:r>
                      <a:t>2.78%</a:t>
                    </a:r>
                  </a:p>
                </c:rich>
              </c:tx>
              <c:dLblPos val="inEnd"/>
              <c:showLegendKey val="0"/>
              <c:showVal val="1"/>
              <c:showCatName val="0"/>
              <c:showSerName val="0"/>
              <c:showPercent val="0"/>
              <c:showBubbleSize val="0"/>
            </c:dLbl>
            <c:dLbl>
              <c:idx val="4"/>
              <c:tx>
                <c:rich>
                  <a:bodyPr/>
                  <a:lstStyle/>
                  <a:p>
                    <a:r>
                      <a:t>0.82%</a:t>
                    </a:r>
                  </a:p>
                </c:rich>
              </c:tx>
              <c:dLblPos val="inEnd"/>
              <c:showLegendKey val="0"/>
              <c:showVal val="1"/>
              <c:showCatName val="0"/>
              <c:showSerName val="0"/>
              <c:showPercent val="0"/>
              <c:showBubbleSize val="0"/>
            </c:dLbl>
            <c:dLbl>
              <c:idx val="5"/>
              <c:tx>
                <c:rich>
                  <a:bodyPr/>
                  <a:lstStyle/>
                  <a:p>
                    <a:r>
                      <a:t>0.07%</a:t>
                    </a:r>
                  </a:p>
                </c:rich>
              </c:tx>
              <c:dLblPos val="inEnd"/>
              <c:showLegendKey val="0"/>
              <c:showVal val="1"/>
              <c:showCatName val="0"/>
              <c:showSerName val="0"/>
              <c:showPercent val="0"/>
              <c:showBubbleSize val="0"/>
            </c:dLbl>
            <c:dLbl>
              <c:idx val="6"/>
              <c:tx>
                <c:rich>
                  <a:bodyPr/>
                  <a:lstStyle/>
                  <a:p>
                    <a:r>
                      <a:t>0.01%</a:t>
                    </a:r>
                  </a:p>
                </c:rich>
              </c:tx>
              <c:dLblPos val="inEnd"/>
              <c:showLegendKey val="0"/>
              <c:showVal val="1"/>
              <c:showCatName val="0"/>
              <c:showSerName val="0"/>
              <c:showPercent val="0"/>
              <c:showBubbleSize val="0"/>
            </c:dLbl>
            <c:dLbl>
              <c:idx val="7"/>
              <c:tx>
                <c:rich>
                  <a:bodyPr/>
                  <a:lstStyle/>
                  <a:p>
                    <a:r>
                      <a:t>0.0%</a:t>
                    </a:r>
                  </a:p>
                </c:rich>
              </c:tx>
              <c:dLblPos val="inEnd"/>
              <c:showLegendKey val="0"/>
              <c:showVal val="1"/>
              <c:showCatName val="0"/>
              <c:showSerName val="0"/>
              <c:showPercent val="0"/>
              <c:showBubbleSize val="0"/>
            </c:dLbl>
            <c:dLbl>
              <c:idx val="8"/>
              <c:tx>
                <c:rich>
                  <a:bodyPr/>
                  <a:lstStyle/>
                  <a:p>
                    <a:r>
                      <a:t>-0.18%</a:t>
                    </a:r>
                  </a:p>
                </c:rich>
              </c:tx>
              <c:dLblPos val="inEnd"/>
              <c:showLegendKey val="0"/>
              <c:showVal val="1"/>
              <c:showCatName val="0"/>
              <c:showSerName val="0"/>
              <c:showPercent val="0"/>
              <c:showBubbleSize val="0"/>
            </c:dLbl>
            <c:dLbl>
              <c:idx val="9"/>
              <c:tx>
                <c:rich>
                  <a:bodyPr/>
                  <a:lstStyle/>
                  <a:p>
                    <a:r>
                      <a:t>-0.7%</a:t>
                    </a:r>
                  </a:p>
                </c:rich>
              </c:tx>
              <c:dLblPos val="inEnd"/>
              <c:showLegendKey val="0"/>
              <c:showVal val="1"/>
              <c:showCatName val="0"/>
              <c:showSerName val="0"/>
              <c:showPercent val="0"/>
              <c:showBubbleSize val="0"/>
            </c:dLbl>
            <c:dLbl>
              <c:idx val="10"/>
              <c:tx>
                <c:rich>
                  <a:bodyPr/>
                  <a:lstStyle/>
                  <a:p>
                    <a:r>
                      <a:t>-0.72%</a:t>
                    </a:r>
                  </a:p>
                </c:rich>
              </c:tx>
              <c:dLblPos val="inEnd"/>
              <c:showLegendKey val="0"/>
              <c:showVal val="1"/>
              <c:showCatName val="0"/>
              <c:showSerName val="0"/>
              <c:showPercent val="0"/>
              <c:showBubbleSize val="0"/>
            </c:dLbl>
            <c:dLbl>
              <c:idx val="11"/>
              <c:tx>
                <c:rich>
                  <a:bodyPr/>
                  <a:lstStyle/>
                  <a:p>
                    <a:r>
                      <a:t>-1.37%</a:t>
                    </a:r>
                  </a:p>
                </c:rich>
              </c:tx>
              <c:dLblPos val="inEnd"/>
              <c:showLegendKey val="0"/>
              <c:showVal val="1"/>
              <c:showCatName val="0"/>
              <c:showSerName val="0"/>
              <c:showPercent val="0"/>
              <c:showBubbleSize val="0"/>
            </c:dLbl>
            <c:txPr>
              <a:bodyPr/>
              <a:lstStyle/>
              <a:p>
                <a:pPr>
                  <a:defRPr b="1" sz="1000">
                    <a:latin typeface="Calibri"/>
                  </a:defRPr>
                </a:pPr>
              </a:p>
            </c:txPr>
            <c:showLegendKey val="0"/>
            <c:showVal val="0"/>
            <c:showCatName val="0"/>
            <c:showSerName val="0"/>
            <c:showPercent val="0"/>
            <c:showBubbleSize val="0"/>
            <c:showLeaderLines val="1"/>
          </c:dLbls>
          <c:cat>
            <c:strRef>
              <c:f>Sheet1!$A$2:$A$13</c:f>
              <c:strCache>
                <c:ptCount val="12"/>
                <c:pt idx="0">
                  <c:v>Base</c:v>
                </c:pt>
                <c:pt idx="1">
                  <c:v>Distribution</c:v>
                </c:pt>
                <c:pt idx="2">
                  <c:v>E-com</c:v>
                </c:pt>
                <c:pt idx="3">
                  <c:v>Seasonality</c:v>
                </c:pt>
                <c:pt idx="4">
                  <c:v>OOH</c:v>
                </c:pt>
                <c:pt idx="5">
                  <c:v>Digital_DA</c:v>
                </c:pt>
                <c:pt idx="6">
                  <c:v>Digital_Special...</c:v>
                </c:pt>
                <c:pt idx="7">
                  <c:v>POS</c:v>
                </c:pt>
                <c:pt idx="8">
                  <c:v>PR</c:v>
                </c:pt>
                <c:pt idx="9">
                  <c:v>Digital_Video</c:v>
                </c:pt>
                <c:pt idx="10">
                  <c:v>TV</c:v>
                </c:pt>
                <c:pt idx="11">
                  <c:v>Digital_Indoor</c:v>
                </c:pt>
              </c:strCache>
            </c:strRef>
          </c:cat>
          <c:val>
            <c:numRef>
              <c:f>Sheet1!$C$2:$C$13</c:f>
              <c:numCache>
                <c:formatCode>General</c:formatCode>
                <c:ptCount val="12"/>
                <c:pt idx="0">
                  <c:v>76.20175879096114</c:v>
                </c:pt>
                <c:pt idx="1">
                  <c:v>19.778324802646967</c:v>
                </c:pt>
                <c:pt idx="2">
                  <c:v>3.313916831560798</c:v>
                </c:pt>
                <c:pt idx="3">
                  <c:v>2.777180578984626</c:v>
                </c:pt>
                <c:pt idx="4">
                  <c:v>0.8185352820044357</c:v>
                </c:pt>
                <c:pt idx="5">
                  <c:v>0.06791134154468136</c:v>
                </c:pt>
                <c:pt idx="6">
                  <c:v>0.010451818403687849</c:v>
                </c:pt>
                <c:pt idx="7">
                  <c:v>0.0010997038695148374</c:v>
                </c:pt>
                <c:pt idx="8">
                  <c:v>0.17669618290632627</c:v>
                </c:pt>
                <c:pt idx="9">
                  <c:v>0.6986419150444582</c:v>
                </c:pt>
                <c:pt idx="10">
                  <c:v>0.7201790193709715</c:v>
                </c:pt>
                <c:pt idx="11">
                  <c:v>1.373662032654075</c:v>
                </c:pt>
              </c:numCache>
            </c:numRef>
          </c:val>
        </c:ser>
        <c:gapWidth val="20"/>
        <c:overlap val="100"/>
        <c:axId val="-2068027336"/>
        <c:axId val="-2113994440"/>
      </c:barChart>
      <c:catAx>
        <c:axId val="-2068027336"/>
        <c:scaling>
          <c:orientation val="minMax"/>
        </c:scaling>
        <c:delete val="0"/>
        <c:axPos val="b"/>
        <c:majorTickMark val="out"/>
        <c:minorTickMark val="none"/>
        <c:tickLblPos val="high"/>
        <c:crossAx val="-2113994440"/>
        <c:crosses val="autoZero"/>
        <c:auto val="1"/>
        <c:lblAlgn val="ctr"/>
        <c:lblOffset val="100"/>
        <c:noMultiLvlLbl val="0"/>
      </c:catAx>
      <c:valAx>
        <c:axId val="-2113994440"/>
        <c:scaling/>
        <c:delete val="0"/>
        <c:axPos val="l"/>
        <c:majorGridlines/>
        <c:title>
          <c:tx>
            <c:rich>
              <a:bodyPr/>
              <a:lstStyle/>
              <a:p>
                <a:pPr>
                  <a:defRPr sz="1000"/>
                </a:pPr>
                <a:r>
                  <a:t>Factors contribution to forecast, %</a:t>
                </a:r>
              </a:p>
            </c:rich>
          </c:tx>
          <c:layout/>
          <c:overlay val="0"/>
        </c:title>
        <c:majorTickMark val="out"/>
        <c:minorTickMark val="none"/>
        <c:tickLblPos val="nextTo"/>
        <c:crossAx val="-2068027336"/>
        <c:crosses val="autoZero"/>
      </c:valAx>
    </c:plotArea>
    <c:dispBlanksAs val="gap"/>
  </c:chart>
  <c:txPr>
    <a:bodyPr/>
    <a:lstStyle/>
    <a:p>
      <a:pPr>
        <a:defRPr sz="1000">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PR</c:v>
                </c:pt>
              </c:strCache>
            </c:strRef>
          </c:tx>
          <c:spPr>
            <a:ln w="31750">
              <a:solidFill>
                <a:srgbClr val="573B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Sheet1!$B$2:$B$17</c:f>
              <c:numCache>
                <c:formatCode>General</c:formatCode>
                <c:ptCount val="16"/>
                <c:pt idx="0">
                  <c:v>0.0</c:v>
                </c:pt>
                <c:pt idx="1">
                  <c:v>-0.3782268076828359</c:v>
                </c:pt>
                <c:pt idx="2">
                  <c:v>-0.8005864139368555</c:v>
                </c:pt>
                <c:pt idx="3">
                  <c:v>-1.2603058532814657</c:v>
                </c:pt>
                <c:pt idx="4">
                  <c:v>-1.7466894816528225</c:v>
                </c:pt>
                <c:pt idx="5">
                  <c:v>-2.2460446203905917</c:v>
                </c:pt>
                <c:pt idx="6">
                  <c:v>-2.743374680880663</c:v>
                </c:pt>
                <c:pt idx="7">
                  <c:v>-3.2244128304784567</c:v>
                </c:pt>
                <c:pt idx="8">
                  <c:v>-3.677413763297295</c:v>
                </c:pt>
                <c:pt idx="9">
                  <c:v>-4.094239114053494</c:v>
                </c:pt>
                <c:pt idx="10">
                  <c:v>-4.470582800409375</c:v>
                </c:pt>
                <c:pt idx="11">
                  <c:v>-4.805493375591084</c:v>
                </c:pt>
                <c:pt idx="12">
                  <c:v>-5.100512573322646</c:v>
                </c:pt>
                <c:pt idx="13">
                  <c:v>-5.358741546350757</c:v>
                </c:pt>
                <c:pt idx="14">
                  <c:v>-5.584040338919522</c:v>
                </c:pt>
                <c:pt idx="15">
                  <c:v>-5.780445953094727</c:v>
                </c:pt>
              </c:numCache>
            </c:numRef>
          </c:val>
          <c:smooth/>
        </c:ser>
        <c:ser>
          <c:idx val="1"/>
          <c:order val="1"/>
          <c:tx>
            <c:strRef>
              <c:f>Sheet1!$C$1</c:f>
              <c:strCache>
                <c:ptCount val="1"/>
                <c:pt idx="0">
                  <c:v>TV</c:v>
                </c:pt>
              </c:strCache>
            </c:strRef>
          </c:tx>
          <c:spPr>
            <a:ln w="31750">
              <a:solidFill>
                <a:srgbClr val="005659"/>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Sheet1!$C$2:$C$202</c:f>
              <c:numCache>
                <c:formatCode>General</c:formatCode>
                <c:ptCount val="201"/>
                <c:pt idx="0">
                  <c:v>0.0</c:v>
                </c:pt>
                <c:pt idx="1">
                  <c:v>-0.013547413660091934</c:v>
                </c:pt>
                <c:pt idx="2">
                  <c:v>-0.027118341634604803</c:v>
                </c:pt>
                <c:pt idx="3">
                  <c:v>-0.04071251951359045</c:v>
                </c:pt>
                <c:pt idx="4">
                  <c:v>-0.054329680637351885</c:v>
                </c:pt>
                <c:pt idx="5">
                  <c:v>-0.0679695561170206</c:v>
                </c:pt>
                <c:pt idx="6">
                  <c:v>-0.08163187485587287</c:v>
                </c:pt>
                <c:pt idx="7">
                  <c:v>-0.09531636357132811</c:v>
                </c:pt>
                <c:pt idx="8">
                  <c:v>-0.10902274681671997</c:v>
                </c:pt>
                <c:pt idx="9">
                  <c:v>-0.12275074700431787</c:v>
                </c:pt>
                <c:pt idx="10">
                  <c:v>-0.13650008442857597</c:v>
                </c:pt>
                <c:pt idx="11">
                  <c:v>-0.15027047728960952</c:v>
                </c:pt>
                <c:pt idx="12">
                  <c:v>-0.1640616417171259</c:v>
                </c:pt>
                <c:pt idx="13">
                  <c:v>-0.17787329179537892</c:v>
                </c:pt>
                <c:pt idx="14">
                  <c:v>-0.19170513958806623</c:v>
                </c:pt>
                <c:pt idx="15">
                  <c:v>-0.205556895163852</c:v>
                </c:pt>
                <c:pt idx="16">
                  <c:v>-0.21942826662177595</c:v>
                </c:pt>
                <c:pt idx="17">
                  <c:v>-0.23331896011870867</c:v>
                </c:pt>
                <c:pt idx="18">
                  <c:v>-0.2472286798952723</c:v>
                </c:pt>
                <c:pt idx="19">
                  <c:v>-0.261157128303239</c:v>
                </c:pt>
                <c:pt idx="20">
                  <c:v>-0.27510400583355477</c:v>
                </c:pt>
                <c:pt idx="21">
                  <c:v>-0.2890690111444201</c:v>
                </c:pt>
                <c:pt idx="22">
                  <c:v>-0.3030518410892</c:v>
                </c:pt>
                <c:pt idx="23">
                  <c:v>-0.31705219074632396</c:v>
                </c:pt>
                <c:pt idx="24">
                  <c:v>-0.33106975344793454</c:v>
                </c:pt>
                <c:pt idx="25">
                  <c:v>-0.34510422080995795</c:v>
                </c:pt>
                <c:pt idx="26">
                  <c:v>-0.359155282762174</c:v>
                </c:pt>
                <c:pt idx="27">
                  <c:v>-0.3732226275786843</c:v>
                </c:pt>
                <c:pt idx="28">
                  <c:v>-0.38730594190923284</c:v>
                </c:pt>
                <c:pt idx="29">
                  <c:v>-0.4014049108100153</c:v>
                </c:pt>
                <c:pt idx="30">
                  <c:v>-0.4155192177758522</c:v>
                </c:pt>
                <c:pt idx="31">
                  <c:v>-0.4296485447719647</c:v>
                </c:pt>
                <c:pt idx="32">
                  <c:v>-0.4437925722662044</c:v>
                </c:pt>
                <c:pt idx="33">
                  <c:v>-0.45795097926225026</c:v>
                </c:pt>
                <c:pt idx="34">
                  <c:v>-0.47212344333263445</c:v>
                </c:pt>
                <c:pt idx="35">
                  <c:v>-0.4863096406521663</c:v>
                </c:pt>
                <c:pt idx="36">
                  <c:v>-0.5005092460311289</c:v>
                </c:pt>
                <c:pt idx="37">
                  <c:v>-0.5147219329508061</c:v>
                </c:pt>
                <c:pt idx="38">
                  <c:v>-0.5289473735961678</c:v>
                </c:pt>
                <c:pt idx="39">
                  <c:v>-0.5431852388919651</c:v>
                </c:pt>
                <c:pt idx="40">
                  <c:v>-0.5574351985372914</c:v>
                </c:pt>
                <c:pt idx="41">
                  <c:v>-0.5716969210404272</c:v>
                </c:pt>
                <c:pt idx="42">
                  <c:v>-0.5859700737553339</c:v>
                </c:pt>
                <c:pt idx="43">
                  <c:v>-0.6002543229168964</c:v>
                </c:pt>
                <c:pt idx="44">
                  <c:v>-0.6145493336773029</c:v>
                </c:pt>
                <c:pt idx="45">
                  <c:v>-0.6288547701424818</c:v>
                </c:pt>
                <c:pt idx="46">
                  <c:v>-0.6431702954085381</c:v>
                </c:pt>
                <c:pt idx="47">
                  <c:v>-0.657495571598929</c:v>
                </c:pt>
                <c:pt idx="48">
                  <c:v>-0.6718302599013555</c:v>
                </c:pt>
                <c:pt idx="49">
                  <c:v>-0.6861740206054492</c:v>
                </c:pt>
                <c:pt idx="50">
                  <c:v>-0.7005265131398914</c:v>
                </c:pt>
                <c:pt idx="51">
                  <c:v>-0.7148873961105551</c:v>
                </c:pt>
                <c:pt idx="52">
                  <c:v>-0.7292563273380779</c:v>
                </c:pt>
                <c:pt idx="53">
                  <c:v>-0.7436329638964025</c:v>
                </c:pt>
                <c:pt idx="54">
                  <c:v>-0.7580169621511459</c:v>
                </c:pt>
                <c:pt idx="55">
                  <c:v>-0.7724079777974566</c:v>
                </c:pt>
                <c:pt idx="56">
                  <c:v>-0.7868056658996352</c:v>
                </c:pt>
                <c:pt idx="57">
                  <c:v>-0.8012096809288209</c:v>
                </c:pt>
                <c:pt idx="58">
                  <c:v>-0.8156196768030668</c:v>
                </c:pt>
                <c:pt idx="59">
                  <c:v>-0.8300353069253674</c:v>
                </c:pt>
                <c:pt idx="60">
                  <c:v>-0.8444562242239613</c:v>
                </c:pt>
                <c:pt idx="61">
                  <c:v>-0.8588820811901314</c:v>
                </c:pt>
                <c:pt idx="62">
                  <c:v>-0.8733125299192466</c:v>
                </c:pt>
                <c:pt idx="63">
                  <c:v>-0.887747222148846</c:v>
                </c:pt>
                <c:pt idx="64">
                  <c:v>-0.9021858092992261</c:v>
                </c:pt>
                <c:pt idx="65">
                  <c:v>-0.9166279425124344</c:v>
                </c:pt>
                <c:pt idx="66">
                  <c:v>-0.9310732726921174</c:v>
                </c:pt>
                <c:pt idx="67">
                  <c:v>-0.9455214505437084</c:v>
                </c:pt>
                <c:pt idx="68">
                  <c:v>-0.9599721266134225</c:v>
                </c:pt>
                <c:pt idx="69">
                  <c:v>-0.9744249513283876</c:v>
                </c:pt>
                <c:pt idx="70">
                  <c:v>-0.98887957503689</c:v>
                </c:pt>
                <c:pt idx="71">
                  <c:v>-1.003335648047539</c:v>
                </c:pt>
                <c:pt idx="72">
                  <c:v>-1.0177928206693991</c:v>
                </c:pt>
                <c:pt idx="73">
                  <c:v>-1.0322507432520638</c:v>
                </c:pt>
                <c:pt idx="74">
                  <c:v>-1.046709066224878</c:v>
                </c:pt>
                <c:pt idx="75">
                  <c:v>-1.0611674401373534</c:v>
                </c:pt>
                <c:pt idx="76">
                  <c:v>-1.0756255156982775</c:v>
                </c:pt>
                <c:pt idx="77">
                  <c:v>-1.0900829438156734</c:v>
                </c:pt>
                <c:pt idx="78">
                  <c:v>-1.104539375636591</c:v>
                </c:pt>
                <c:pt idx="79">
                  <c:v>-1.118994462586386</c:v>
                </c:pt>
                <c:pt idx="80">
                  <c:v>-1.1334478564082815</c:v>
                </c:pt>
                <c:pt idx="81">
                  <c:v>-1.1478992092023645</c:v>
                </c:pt>
                <c:pt idx="82">
                  <c:v>-1.1623481734656593</c:v>
                </c:pt>
                <c:pt idx="83">
                  <c:v>-1.1767944021304402</c:v>
                </c:pt>
                <c:pt idx="84">
                  <c:v>-1.1912375486037377</c:v>
                </c:pt>
                <c:pt idx="85">
                  <c:v>-1.2056772668062194</c:v>
                </c:pt>
                <c:pt idx="86">
                  <c:v>-1.2201132112103892</c:v>
                </c:pt>
                <c:pt idx="87">
                  <c:v>-1.234545036880263</c:v>
                </c:pt>
                <c:pt idx="88">
                  <c:v>-1.248972399508773</c:v>
                </c:pt>
                <c:pt idx="89">
                  <c:v>-1.2633949554564197</c:v>
                </c:pt>
                <c:pt idx="90">
                  <c:v>-1.277812361789529</c:v>
                </c:pt>
                <c:pt idx="91">
                  <c:v>-1.2922242763182226</c:v>
                </c:pt>
                <c:pt idx="92">
                  <c:v>-1.3066303576333667</c:v>
                </c:pt>
                <c:pt idx="93">
                  <c:v>-1.321030265145282</c:v>
                </c:pt>
                <c:pt idx="94">
                  <c:v>-1.3354236591201243</c:v>
                </c:pt>
                <c:pt idx="95">
                  <c:v>-1.349810200716945</c:v>
                </c:pt>
                <c:pt idx="96">
                  <c:v>-1.364189552025266</c:v>
                </c:pt>
                <c:pt idx="97">
                  <c:v>-1.3785613761008335</c:v>
                </c:pt>
                <c:pt idx="98">
                  <c:v>-1.3929253370025094</c:v>
                </c:pt>
                <c:pt idx="99">
                  <c:v>-1.4072810998277987</c:v>
                </c:pt>
                <c:pt idx="100">
                  <c:v>-1.4216283307496838</c:v>
                </c:pt>
                <c:pt idx="101">
                  <c:v>-1.4359666970508442</c:v>
                </c:pt>
                <c:pt idx="102">
                  <c:v>-1.4502958671598094</c:v>
                </c:pt>
                <c:pt idx="103">
                  <c:v>-1.4646155106852916</c:v>
                </c:pt>
                <c:pt idx="104">
                  <c:v>-1.478925298451884</c:v>
                </c:pt>
                <c:pt idx="105">
                  <c:v>-1.4932249025330293</c:v>
                </c:pt>
                <c:pt idx="106">
                  <c:v>-1.5075139962858657</c:v>
                </c:pt>
                <c:pt idx="107">
                  <c:v>-1.5217922543849909</c:v>
                </c:pt>
                <c:pt idx="108">
                  <c:v>-1.5360593528556592</c:v>
                </c:pt>
                <c:pt idx="109">
                  <c:v>-1.5503149691065232</c:v>
                </c:pt>
                <c:pt idx="110">
                  <c:v>-1.5645587819627167</c:v>
                </c:pt>
                <c:pt idx="111">
                  <c:v>-1.5787904716979142</c:v>
                </c:pt>
                <c:pt idx="112">
                  <c:v>-1.5930097200667888</c:v>
                </c:pt>
                <c:pt idx="113">
                  <c:v>-1.6072162103361052</c:v>
                </c:pt>
                <c:pt idx="114">
                  <c:v>-1.6214096273160408</c:v>
                </c:pt>
                <c:pt idx="115">
                  <c:v>-1.6355896573913355</c:v>
                </c:pt>
                <c:pt idx="116">
                  <c:v>-1.6497559885511919</c:v>
                </c:pt>
                <c:pt idx="117">
                  <c:v>-1.6639083104203678</c:v>
                </c:pt>
                <c:pt idx="118">
                  <c:v>-1.6780463142877124</c:v>
                </c:pt>
                <c:pt idx="119">
                  <c:v>-1.6921696931362362</c:v>
                </c:pt>
                <c:pt idx="120">
                  <c:v>-1.706278141671305</c:v>
                </c:pt>
                <c:pt idx="121">
                  <c:v>-1.7203713563503698</c:v>
                </c:pt>
                <c:pt idx="122">
                  <c:v>-1.7344490354090567</c:v>
                </c:pt>
                <c:pt idx="123">
                  <c:v>-1.7485108788906132</c:v>
                </c:pt>
                <c:pt idx="124">
                  <c:v>-1.7625565886722825</c:v>
                </c:pt>
                <c:pt idx="125">
                  <c:v>-1.7765858684918499</c:v>
                </c:pt>
                <c:pt idx="126">
                  <c:v>-1.7905984239743589</c:v>
                </c:pt>
                <c:pt idx="127">
                  <c:v>-1.8045939626579184</c:v>
                </c:pt>
                <c:pt idx="128">
                  <c:v>-1.8185721940187705</c:v>
                </c:pt>
                <c:pt idx="129">
                  <c:v>-1.8325328294970404</c:v>
                </c:pt>
                <c:pt idx="130">
                  <c:v>-1.84647558252027</c:v>
                </c:pt>
                <c:pt idx="131">
                  <c:v>-1.8604001685282014</c:v>
                </c:pt>
                <c:pt idx="132">
                  <c:v>-1.874306304996196</c:v>
                </c:pt>
                <c:pt idx="133">
                  <c:v>-1.888193711457916</c:v>
                </c:pt>
                <c:pt idx="134">
                  <c:v>-1.9020621095288561</c:v>
                </c:pt>
                <c:pt idx="135">
                  <c:v>-1.9159112229276616</c:v>
                </c:pt>
                <c:pt idx="136">
                  <c:v>-1.9297407774982958</c:v>
                </c:pt>
                <c:pt idx="137">
                  <c:v>-1.9435505012313001</c:v>
                </c:pt>
                <c:pt idx="138">
                  <c:v>-1.9573401242843147</c:v>
                </c:pt>
                <c:pt idx="139">
                  <c:v>-1.9711093790023142</c:v>
                </c:pt>
                <c:pt idx="140">
                  <c:v>-1.984857999937958</c:v>
                </c:pt>
                <c:pt idx="141">
                  <c:v>-1.9985857238701215</c:v>
                </c:pt>
                <c:pt idx="142">
                  <c:v>-2.0122922898229376</c:v>
                </c:pt>
                <c:pt idx="143">
                  <c:v>-2.0259774390846133</c:v>
                </c:pt>
                <c:pt idx="144">
                  <c:v>-2.0396409152247656</c:v>
                </c:pt>
                <c:pt idx="145">
                  <c:v>-2.0532824641115894</c:v>
                </c:pt>
                <c:pt idx="146">
                  <c:v>-2.0669018339293075</c:v>
                </c:pt>
                <c:pt idx="147">
                  <c:v>-2.0804987751939166</c:v>
                </c:pt>
                <c:pt idx="148">
                  <c:v>-2.094073040769615</c:v>
                </c:pt>
                <c:pt idx="149">
                  <c:v>-2.107624385883696</c:v>
                </c:pt>
                <c:pt idx="150">
                  <c:v>-2.121152568141383</c:v>
                </c:pt>
                <c:pt idx="151">
                  <c:v>-2.1346573475404966</c:v>
                </c:pt>
                <c:pt idx="152">
                  <c:v>-2.1481384864853794</c:v>
                </c:pt>
                <c:pt idx="153">
                  <c:v>-2.1615957497997442</c:v>
                </c:pt>
                <c:pt idx="154">
                  <c:v>-2.1750289047400884</c:v>
                </c:pt>
                <c:pt idx="155">
                  <c:v>-2.1884377210078014</c:v>
                </c:pt>
                <c:pt idx="156">
                  <c:v>-2.2018219707609887</c:v>
                </c:pt>
                <c:pt idx="157">
                  <c:v>-2.215181428626238</c:v>
                </c:pt>
                <c:pt idx="158">
                  <c:v>-2.2285158717088507</c:v>
                </c:pt>
                <c:pt idx="159">
                  <c:v>-2.2418250796042116</c:v>
                </c:pt>
                <c:pt idx="160">
                  <c:v>-2.2551088344063714</c:v>
                </c:pt>
                <c:pt idx="161">
                  <c:v>-2.2683669207187336</c:v>
                </c:pt>
                <c:pt idx="162">
                  <c:v>-2.2815991256622397</c:v>
                </c:pt>
                <c:pt idx="163">
                  <c:v>-2.2948052388840097</c:v>
                </c:pt>
                <c:pt idx="164">
                  <c:v>-2.3079850525654138</c:v>
                </c:pt>
                <c:pt idx="165">
                  <c:v>-2.321138361429462</c:v>
                </c:pt>
                <c:pt idx="166">
                  <c:v>-2.3342649627474543</c:v>
                </c:pt>
                <c:pt idx="167">
                  <c:v>-2.3473646563460306</c:v>
                </c:pt>
                <c:pt idx="168">
                  <c:v>-2.360437244613081</c:v>
                </c:pt>
                <c:pt idx="169">
                  <c:v>-2.3734825325031466</c:v>
                </c:pt>
                <c:pt idx="170">
                  <c:v>-2.3865003275421373</c:v>
                </c:pt>
                <c:pt idx="171">
                  <c:v>-2.3994904398329027</c:v>
                </c:pt>
                <c:pt idx="172">
                  <c:v>-2.412452682058529</c:v>
                </c:pt>
                <c:pt idx="173">
                  <c:v>-2.4253868694865446</c:v>
                </c:pt>
                <c:pt idx="174">
                  <c:v>-2.4382928199715934</c:v>
                </c:pt>
                <c:pt idx="175">
                  <c:v>-2.4511703539590144</c:v>
                </c:pt>
                <c:pt idx="176">
                  <c:v>-2.46401929448632</c:v>
                </c:pt>
                <c:pt idx="177">
                  <c:v>-2.4768394671855845</c:v>
                </c:pt>
                <c:pt idx="178">
                  <c:v>-2.489630700284579</c:v>
                </c:pt>
                <c:pt idx="179">
                  <c:v>-2.50239282460808</c:v>
                </c:pt>
                <c:pt idx="180">
                  <c:v>-2.515125673577984</c:v>
                </c:pt>
                <c:pt idx="181">
                  <c:v>-2.527829083213817</c:v>
                </c:pt>
                <c:pt idx="182">
                  <c:v>-2.5405028921317694</c:v>
                </c:pt>
                <c:pt idx="183">
                  <c:v>-2.553146941545151</c:v>
                </c:pt>
                <c:pt idx="184">
                  <c:v>-2.565761075261662</c:v>
                </c:pt>
                <c:pt idx="185">
                  <c:v>-2.578345139682881</c:v>
                </c:pt>
                <c:pt idx="186">
                  <c:v>-2.590898983801992</c:v>
                </c:pt>
                <c:pt idx="187">
                  <c:v>-2.603422459200999</c:v>
                </c:pt>
                <c:pt idx="188">
                  <c:v>-2.615915420048509</c:v>
                </c:pt>
                <c:pt idx="189">
                  <c:v>-2.6283777230958094</c:v>
                </c:pt>
                <c:pt idx="190">
                  <c:v>-2.6408092276738557</c:v>
                </c:pt>
                <c:pt idx="191">
                  <c:v>-2.653209795688838</c:v>
                </c:pt>
                <c:pt idx="192">
                  <c:v>-2.6655792916179735</c:v>
                </c:pt>
                <c:pt idx="193">
                  <c:v>-2.677917582504506</c:v>
                </c:pt>
                <c:pt idx="194">
                  <c:v>-2.6902245379528154</c:v>
                </c:pt>
                <c:pt idx="195">
                  <c:v>-2.7025000301226783</c:v>
                </c:pt>
                <c:pt idx="196">
                  <c:v>-2.7147439337232413</c:v>
                </c:pt>
                <c:pt idx="197">
                  <c:v>-2.7269561260072805</c:v>
                </c:pt>
                <c:pt idx="198">
                  <c:v>-2.739136486763641</c:v>
                </c:pt>
                <c:pt idx="199">
                  <c:v>-2.751284898311326</c:v>
                </c:pt>
                <c:pt idx="200">
                  <c:v>-2.763401245491252</c:v>
                </c:pt>
              </c:numCache>
            </c:numRef>
          </c:val>
          <c:smooth/>
        </c:ser>
        <c:ser>
          <c:idx val="2"/>
          <c:order val="2"/>
          <c:tx>
            <c:strRef>
              <c:f>Sheet1!$D$1</c:f>
              <c:strCache>
                <c:ptCount val="1"/>
                <c:pt idx="0">
                  <c:v>bdg_dgt_display</c:v>
                </c:pt>
              </c:strCache>
            </c:strRef>
          </c:tx>
          <c:spPr>
            <a:ln w="31750">
              <a:solidFill>
                <a:srgbClr val="0000DD"/>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Sheet1!$D$2:$D$52</c:f>
              <c:numCache>
                <c:formatCode>General</c:formatCode>
                <c:ptCount val="51"/>
                <c:pt idx="0">
                  <c:v>0.0</c:v>
                </c:pt>
                <c:pt idx="1">
                  <c:v>0.12262573509212871</c:v>
                </c:pt>
                <c:pt idx="2">
                  <c:v>0.27219365418159214</c:v>
                </c:pt>
                <c:pt idx="3">
                  <c:v>0.3590449871819601</c:v>
                </c:pt>
                <c:pt idx="4">
                  <c:v>0.4047197240968785</c:v>
                </c:pt>
                <c:pt idx="5">
                  <c:v>0.4285198667024588</c:v>
                </c:pt>
                <c:pt idx="6">
                  <c:v>0.4400342281145413</c:v>
                </c:pt>
                <c:pt idx="7">
                  <c:v>0.4452829708882291</c:v>
                </c:pt>
                <c:pt idx="8">
                  <c:v>0.4476004496469841</c:v>
                </c:pt>
                <c:pt idx="9">
                  <c:v>0.4486088816056508</c:v>
                </c:pt>
                <c:pt idx="10">
                  <c:v>0.4490450553735741</c:v>
                </c:pt>
                <c:pt idx="11">
                  <c:v>0.44923329243761145</c:v>
                </c:pt>
                <c:pt idx="12">
                  <c:v>0.4493144758318408</c:v>
                </c:pt>
                <c:pt idx="13">
                  <c:v>0.44934948695134835</c:v>
                </c:pt>
                <c:pt idx="14">
                  <c:v>0.449364587947116</c:v>
                </c:pt>
                <c:pt idx="15">
                  <c:v>0.44937110245194845</c:v>
                </c:pt>
                <c:pt idx="16">
                  <c:v>0.44937391322122267</c:v>
                </c:pt>
                <c:pt idx="17">
                  <c:v>0.44937512611511465</c:v>
                </c:pt>
                <c:pt idx="18">
                  <c:v>0.44937564954796017</c:v>
                </c:pt>
                <c:pt idx="19">
                  <c:v>0.4493758754541659</c:v>
                </c:pt>
                <c:pt idx="20">
                  <c:v>0.44937597295700016</c:v>
                </c:pt>
                <c:pt idx="21">
                  <c:v>0.449376015041139</c:v>
                </c:pt>
                <c:pt idx="22">
                  <c:v>0.44937603320619246</c:v>
                </c:pt>
                <c:pt idx="23">
                  <c:v>0.4493760410469463</c:v>
                </c:pt>
                <c:pt idx="24">
                  <c:v>0.44937604443128976</c:v>
                </c:pt>
                <c:pt idx="25">
                  <c:v>0.4493760458921088</c:v>
                </c:pt>
                <c:pt idx="26">
                  <c:v>0.4493760465227865</c:v>
                </c:pt>
                <c:pt idx="27">
                  <c:v>0.44937604679489596</c:v>
                </c:pt>
                <c:pt idx="28">
                  <c:v>0.4493760469123913</c:v>
                </c:pt>
                <c:pt idx="29">
                  <c:v>0.4493760469630388</c:v>
                </c:pt>
                <c:pt idx="30">
                  <c:v>0.4493760469849235</c:v>
                </c:pt>
                <c:pt idx="31">
                  <c:v>0.44937604699453004</c:v>
                </c:pt>
                <c:pt idx="32">
                  <c:v>0.4493760469985091</c:v>
                </c:pt>
                <c:pt idx="33">
                  <c:v>0.44937604700027123</c:v>
                </c:pt>
                <c:pt idx="34">
                  <c:v>0.44937604700106704</c:v>
                </c:pt>
                <c:pt idx="35">
                  <c:v>0.44937604700135125</c:v>
                </c:pt>
                <c:pt idx="36">
                  <c:v>0.4493760470015786</c:v>
                </c:pt>
                <c:pt idx="37">
                  <c:v>0.4493760470015786</c:v>
                </c:pt>
                <c:pt idx="38">
                  <c:v>0.44937604700163547</c:v>
                </c:pt>
                <c:pt idx="39">
                  <c:v>0.44937604700163547</c:v>
                </c:pt>
                <c:pt idx="40">
                  <c:v>0.44937604700163547</c:v>
                </c:pt>
                <c:pt idx="41">
                  <c:v>0.44937604700163547</c:v>
                </c:pt>
                <c:pt idx="42">
                  <c:v>0.44937604700163547</c:v>
                </c:pt>
                <c:pt idx="43">
                  <c:v>0.44937604700163547</c:v>
                </c:pt>
                <c:pt idx="44">
                  <c:v>0.44937604700163547</c:v>
                </c:pt>
                <c:pt idx="45">
                  <c:v>0.44937604700163547</c:v>
                </c:pt>
                <c:pt idx="46">
                  <c:v>0.44937604700163547</c:v>
                </c:pt>
                <c:pt idx="47">
                  <c:v>0.44937604700163547</c:v>
                </c:pt>
                <c:pt idx="48">
                  <c:v>0.44937604700163547</c:v>
                </c:pt>
                <c:pt idx="49">
                  <c:v>0.44937604700163547</c:v>
                </c:pt>
                <c:pt idx="50">
                  <c:v>0.44937604700163547</c:v>
                </c:pt>
              </c:numCache>
            </c:numRef>
          </c:val>
          <c:smooth/>
        </c:ser>
        <c:ser>
          <c:idx val="3"/>
          <c:order val="3"/>
          <c:tx>
            <c:strRef>
              <c:f>Sheet1!$E$1</c:f>
              <c:strCache>
                <c:ptCount val="1"/>
                <c:pt idx="0">
                  <c:v>bdg_dgt_special</c:v>
                </c:pt>
              </c:strCache>
            </c:strRef>
          </c:tx>
          <c:spPr>
            <a:ln w="31750">
              <a:solidFill>
                <a:srgbClr val="00FDCF"/>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Sheet1!$E$2:$E$52</c:f>
              <c:numCache>
                <c:formatCode>General</c:formatCode>
                <c:ptCount val="51"/>
                <c:pt idx="0">
                  <c:v>0.0</c:v>
                </c:pt>
                <c:pt idx="1">
                  <c:v>0.2891260705166019</c:v>
                </c:pt>
                <c:pt idx="2">
                  <c:v>0.6081371115479897</c:v>
                </c:pt>
                <c:pt idx="3">
                  <c:v>0.9462877738960742</c:v>
                </c:pt>
                <c:pt idx="4">
                  <c:v>1.2897906029526212</c:v>
                </c:pt>
                <c:pt idx="5">
                  <c:v>1.6244433065970725</c:v>
                </c:pt>
                <c:pt idx="6">
                  <c:v>1.9383585529108132</c:v>
                </c:pt>
                <c:pt idx="7">
                  <c:v>2.2236942449104617</c:v>
                </c:pt>
                <c:pt idx="8">
                  <c:v>2.476939792860378</c:v>
                </c:pt>
                <c:pt idx="9">
                  <c:v>2.6980881324857364</c:v>
                </c:pt>
                <c:pt idx="10">
                  <c:v>2.889364496670453</c:v>
                </c:pt>
                <c:pt idx="11">
                  <c:v>3.0540584169815475</c:v>
                </c:pt>
                <c:pt idx="12">
                  <c:v>3.1957049269081494</c:v>
                </c:pt>
                <c:pt idx="13">
                  <c:v>3.3176252425577673</c:v>
                </c:pt>
                <c:pt idx="14">
                  <c:v>3.4227320583876235</c:v>
                </c:pt>
                <c:pt idx="15">
                  <c:v>3.5134920048477625</c:v>
                </c:pt>
                <c:pt idx="16">
                  <c:v>3.59196404467599</c:v>
                </c:pt>
                <c:pt idx="17">
                  <c:v>3.6598642335350746</c:v>
                </c:pt>
                <c:pt idx="18">
                  <c:v>3.718631453025637</c:v>
                </c:pt>
                <c:pt idx="19">
                  <c:v>3.7694836956758877</c:v>
                </c:pt>
                <c:pt idx="20">
                  <c:v>3.8134624218028534</c:v>
                </c:pt>
                <c:pt idx="21">
                  <c:v>3.8514660631814195</c:v>
                </c:pt>
                <c:pt idx="22">
                  <c:v>3.8842749202418076</c:v>
                </c:pt>
                <c:pt idx="23">
                  <c:v>3.9125697410420344</c:v>
                </c:pt>
                <c:pt idx="24">
                  <c:v>3.9369458754706557</c:v>
                </c:pt>
                <c:pt idx="25">
                  <c:v>3.9579244105368616</c:v>
                </c:pt>
                <c:pt idx="26">
                  <c:v>3.9759612585135073</c:v>
                </c:pt>
                <c:pt idx="27">
                  <c:v>3.991454834498313</c:v>
                </c:pt>
                <c:pt idx="28">
                  <c:v>4.004752722917033</c:v>
                </c:pt>
                <c:pt idx="29">
                  <c:v>4.016157575678562</c:v>
                </c:pt>
                <c:pt idx="30">
                  <c:v>4.025932386898944</c:v>
                </c:pt>
                <c:pt idx="31">
                  <c:v>4.034305231642634</c:v>
                </c:pt>
                <c:pt idx="32">
                  <c:v>4.041473524552487</c:v>
                </c:pt>
                <c:pt idx="33">
                  <c:v>4.047607838302724</c:v>
                </c:pt>
                <c:pt idx="34">
                  <c:v>4.052855314683029</c:v>
                </c:pt>
                <c:pt idx="35">
                  <c:v>4.057342698494722</c:v>
                </c:pt>
                <c:pt idx="36">
                  <c:v>4.061179023767636</c:v>
                </c:pt>
                <c:pt idx="37">
                  <c:v>4.064457981689088</c:v>
                </c:pt>
                <c:pt idx="38">
                  <c:v>4.0672599993765175</c:v>
                </c:pt>
                <c:pt idx="39">
                  <c:v>4.069654057956541</c:v>
                </c:pt>
                <c:pt idx="40">
                  <c:v>4.071699277293192</c:v>
                </c:pt>
                <c:pt idx="41">
                  <c:v>4.073446293194024</c:v>
                </c:pt>
                <c:pt idx="42">
                  <c:v>4.074938451135665</c:v>
                </c:pt>
                <c:pt idx="43">
                  <c:v>4.076212838585718</c:v>
                </c:pt>
                <c:pt idx="44">
                  <c:v>4.077301175976231</c:v>
                </c:pt>
                <c:pt idx="45">
                  <c:v>4.07823058436486</c:v>
                </c:pt>
                <c:pt idx="46">
                  <c:v>4.07902424587644</c:v>
                </c:pt>
                <c:pt idx="47">
                  <c:v>4.079701971181407</c:v>
                </c:pt>
                <c:pt idx="48">
                  <c:v>4.080280686573246</c:v>
                </c:pt>
                <c:pt idx="49">
                  <c:v>4.080774851649892</c:v>
                </c:pt>
                <c:pt idx="50">
                  <c:v>4.081196817207456</c:v>
                </c:pt>
              </c:numCache>
            </c:numRef>
          </c:val>
          <c:smooth/>
        </c:ser>
        <c:ser>
          <c:idx val="4"/>
          <c:order val="4"/>
          <c:tx>
            <c:strRef>
              <c:f>Sheet1!$F$1</c:f>
              <c:strCache>
                <c:ptCount val="1"/>
                <c:pt idx="0">
                  <c:v>bdg_dgt_video</c:v>
                </c:pt>
              </c:strCache>
            </c:strRef>
          </c:tx>
          <c:spPr>
            <a:ln w="31750">
              <a:solidFill>
                <a:srgbClr val="A17569"/>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Sheet1!$F$2:$F$52</c:f>
              <c:numCache>
                <c:formatCode>General</c:formatCode>
                <c:ptCount val="51"/>
                <c:pt idx="0">
                  <c:v>0.0</c:v>
                </c:pt>
                <c:pt idx="1">
                  <c:v>-0.727225691551098</c:v>
                </c:pt>
                <c:pt idx="2">
                  <c:v>-1.6272353750894126</c:v>
                </c:pt>
                <c:pt idx="3">
                  <c:v>-2.66212259865506</c:v>
                </c:pt>
                <c:pt idx="4">
                  <c:v>-3.754425471107538</c:v>
                </c:pt>
                <c:pt idx="5">
                  <c:v>-4.812657226327019</c:v>
                </c:pt>
                <c:pt idx="6">
                  <c:v>-5.766139055633971</c:v>
                </c:pt>
                <c:pt idx="7">
                  <c:v>-6.582802191702513</c:v>
                </c:pt>
                <c:pt idx="8">
                  <c:v>-7.263286882045406</c:v>
                </c:pt>
                <c:pt idx="9">
                  <c:v>-7.824917895102544</c:v>
                </c:pt>
                <c:pt idx="10">
                  <c:v>-8.2887708892614</c:v>
                </c:pt>
                <c:pt idx="11">
                  <c:v>-8.673444883838613</c:v>
                </c:pt>
                <c:pt idx="12">
                  <c:v>-8.993536264360273</c:v>
                </c:pt>
                <c:pt idx="13">
                  <c:v>-9.260160708178034</c:v>
                </c:pt>
                <c:pt idx="14">
                  <c:v>-9.481940838730054</c:v>
                </c:pt>
                <c:pt idx="15">
                  <c:v>-9.665833976865088</c:v>
                </c:pt>
                <c:pt idx="16">
                  <c:v>-9.817671477133388</c:v>
                </c:pt>
                <c:pt idx="17">
                  <c:v>-9.942463802472616</c:v>
                </c:pt>
                <c:pt idx="18">
                  <c:v>-10.044559960579022</c:v>
                </c:pt>
                <c:pt idx="19">
                  <c:v>-10.127732284178933</c:v>
                </c:pt>
                <c:pt idx="20">
                  <c:v>-10.19523050685541</c:v>
                </c:pt>
                <c:pt idx="21">
                  <c:v>-10.249827445257154</c:v>
                </c:pt>
                <c:pt idx="22">
                  <c:v>-10.293865004628287</c:v>
                </c:pt>
                <c:pt idx="23">
                  <c:v>-10.32930212193304</c:v>
                </c:pt>
                <c:pt idx="24">
                  <c:v>-10.357763312152088</c:v>
                </c:pt>
                <c:pt idx="25">
                  <c:v>-10.380585781463083</c:v>
                </c:pt>
                <c:pt idx="26">
                  <c:v>-10.398863374203813</c:v>
                </c:pt>
                <c:pt idx="27">
                  <c:v>-10.413486236777374</c:v>
                </c:pt>
                <c:pt idx="28">
                  <c:v>-10.425175682155214</c:v>
                </c:pt>
                <c:pt idx="29">
                  <c:v>-10.434514201641548</c:v>
                </c:pt>
                <c:pt idx="30">
                  <c:v>-10.441970877314589</c:v>
                </c:pt>
                <c:pt idx="31">
                  <c:v>-10.447922622753822</c:v>
                </c:pt>
                <c:pt idx="32">
                  <c:v>-10.452671756434484</c:v>
                </c:pt>
                <c:pt idx="33">
                  <c:v>-10.45646042434322</c:v>
                </c:pt>
                <c:pt idx="34">
                  <c:v>-10.459482361761388</c:v>
                </c:pt>
                <c:pt idx="35">
                  <c:v>-10.461892437151732</c:v>
                </c:pt>
                <c:pt idx="36">
                  <c:v>-10.463814365821008</c:v>
                </c:pt>
                <c:pt idx="37">
                  <c:v>-10.465346924949529</c:v>
                </c:pt>
                <c:pt idx="38">
                  <c:v>-10.46656894889054</c:v>
                </c:pt>
                <c:pt idx="39">
                  <c:v>-10.467543336399842</c:v>
                </c:pt>
                <c:pt idx="40">
                  <c:v>-10.468320260401754</c:v>
                </c:pt>
                <c:pt idx="41">
                  <c:v>-10.468939735969172</c:v>
                </c:pt>
                <c:pt idx="42">
                  <c:v>-10.469433672972514</c:v>
                </c:pt>
                <c:pt idx="43">
                  <c:v>-10.469827515654629</c:v>
                </c:pt>
                <c:pt idx="44">
                  <c:v>-10.470141551553354</c:v>
                </c:pt>
                <c:pt idx="45">
                  <c:v>-10.470391956025253</c:v>
                </c:pt>
                <c:pt idx="46">
                  <c:v>-10.470591625521251</c:v>
                </c:pt>
                <c:pt idx="47">
                  <c:v>-10.470750842187385</c:v>
                </c:pt>
                <c:pt idx="48">
                  <c:v>-10.4708778038447</c:v>
                </c:pt>
                <c:pt idx="49">
                  <c:v>-10.470979046569767</c:v>
                </c:pt>
                <c:pt idx="50">
                  <c:v>-10.471059781611984</c:v>
                </c:pt>
              </c:numCache>
            </c:numRef>
          </c:val>
          <c:smooth/>
        </c:ser>
        <c:ser>
          <c:idx val="5"/>
          <c:order val="5"/>
          <c:tx>
            <c:strRef>
              <c:f>Sheet1!$G$1</c:f>
              <c:strCache>
                <c:ptCount val="1"/>
                <c:pt idx="0">
                  <c:v>bdg_ecom</c:v>
                </c:pt>
              </c:strCache>
            </c:strRef>
          </c:tx>
          <c:spPr>
            <a:ln w="31750">
              <a:solidFill>
                <a:srgbClr val="BCB6FF"/>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Sheet1!$G$2:$G$17</c:f>
              <c:numCache>
                <c:formatCode>General</c:formatCode>
                <c:ptCount val="16"/>
                <c:pt idx="0">
                  <c:v>0.0</c:v>
                </c:pt>
                <c:pt idx="1">
                  <c:v>2.9117325678969905</c:v>
                </c:pt>
                <c:pt idx="2">
                  <c:v>6.51495192182972</c:v>
                </c:pt>
                <c:pt idx="3">
                  <c:v>9.654814632406897</c:v>
                </c:pt>
                <c:pt idx="4">
                  <c:v>11.837555276740318</c:v>
                </c:pt>
                <c:pt idx="5">
                  <c:v>13.28237386182343</c:v>
                </c:pt>
                <c:pt idx="6">
                  <c:v>14.262785778775878</c:v>
                </c:pt>
                <c:pt idx="7">
                  <c:v>14.936451329133206</c:v>
                </c:pt>
                <c:pt idx="8">
                  <c:v>15.394619591903052</c:v>
                </c:pt>
                <c:pt idx="9">
                  <c:v>15.700367298934225</c:v>
                </c:pt>
                <c:pt idx="10">
                  <c:v>15.900726312443908</c:v>
                </c:pt>
                <c:pt idx="11">
                  <c:v>16.030171873981317</c:v>
                </c:pt>
                <c:pt idx="12">
                  <c:v>16.11296086661855</c:v>
                </c:pt>
                <c:pt idx="13">
                  <c:v>16.165547735867563</c:v>
                </c:pt>
                <c:pt idx="14">
                  <c:v>16.198799445342274</c:v>
                </c:pt>
                <c:pt idx="15">
                  <c:v>16.219763338049916</c:v>
                </c:pt>
              </c:numCache>
            </c:numRef>
          </c:val>
          <c:smooth/>
        </c:ser>
        <c:ser>
          <c:idx val="6"/>
          <c:order val="6"/>
          <c:tx>
            <c:strRef>
              <c:f>Sheet1!$H$1</c:f>
              <c:strCache>
                <c:ptCount val="1"/>
                <c:pt idx="0">
                  <c:v>bdg_ooh</c:v>
                </c:pt>
              </c:strCache>
            </c:strRef>
          </c:tx>
          <c:spPr>
            <a:ln w="31750">
              <a:solidFill>
                <a:srgbClr val="95B577"/>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Sheet1!$H$2:$H$52</c:f>
              <c:numCache>
                <c:formatCode>General</c:formatCode>
                <c:ptCount val="51"/>
                <c:pt idx="0">
                  <c:v>0.0</c:v>
                </c:pt>
                <c:pt idx="1">
                  <c:v>2.3176242622874383</c:v>
                </c:pt>
                <c:pt idx="2">
                  <c:v>4.872409651630903</c:v>
                </c:pt>
                <c:pt idx="3">
                  <c:v>6.7318271867902695</c:v>
                </c:pt>
                <c:pt idx="4">
                  <c:v>7.862816540527717</c:v>
                </c:pt>
                <c:pt idx="5">
                  <c:v>8.546281668073334</c:v>
                </c:pt>
                <c:pt idx="6">
                  <c:v>8.965751148220647</c:v>
                </c:pt>
                <c:pt idx="7">
                  <c:v>9.221922060710313</c:v>
                </c:pt>
                <c:pt idx="8">
                  <c:v>9.376109036177752</c:v>
                </c:pt>
                <c:pt idx="9">
                  <c:v>9.467636329073798</c:v>
                </c:pt>
                <c:pt idx="10">
                  <c:v>9.52142524927092</c:v>
                </c:pt>
                <c:pt idx="11">
                  <c:v>9.552834009025048</c:v>
                </c:pt>
                <c:pt idx="12">
                  <c:v>9.571105192517734</c:v>
                </c:pt>
                <c:pt idx="13">
                  <c:v>9.581711829401058</c:v>
                </c:pt>
                <c:pt idx="14">
                  <c:v>9.58786259856356</c:v>
                </c:pt>
                <c:pt idx="15">
                  <c:v>9.591427753268817</c:v>
                </c:pt>
                <c:pt idx="16">
                  <c:v>9.593493919542823</c:v>
                </c:pt>
                <c:pt idx="17">
                  <c:v>9.594691383729696</c:v>
                </c:pt>
                <c:pt idx="18">
                  <c:v>9.595385454396478</c:v>
                </c:pt>
                <c:pt idx="19">
                  <c:v>9.595787801486892</c:v>
                </c:pt>
                <c:pt idx="20">
                  <c:v>9.596021069409403</c:v>
                </c:pt>
                <c:pt idx="21">
                  <c:v>9.596156327039125</c:v>
                </c:pt>
                <c:pt idx="22">
                  <c:v>9.59623476288482</c:v>
                </c:pt>
                <c:pt idx="23">
                  <c:v>9.596280251893404</c:v>
                </c:pt>
                <c:pt idx="24">
                  <c:v>9.596306635297651</c:v>
                </c:pt>
                <c:pt idx="25">
                  <c:v>9.596321938481992</c:v>
                </c:pt>
                <c:pt idx="26">
                  <c:v>9.596330815240208</c:v>
                </c:pt>
                <c:pt idx="27">
                  <c:v>9.596335964495154</c:v>
                </c:pt>
                <c:pt idx="28">
                  <c:v>9.596338951585665</c:v>
                </c:pt>
                <c:pt idx="29">
                  <c:v>9.596340684445806</c:v>
                </c:pt>
                <c:pt idx="30">
                  <c:v>9.596341689727183</c:v>
                </c:pt>
                <c:pt idx="31">
                  <c:v>9.596342272928723</c:v>
                </c:pt>
                <c:pt idx="32">
                  <c:v>9.596342611270472</c:v>
                </c:pt>
                <c:pt idx="33">
                  <c:v>9.596342807559836</c:v>
                </c:pt>
                <c:pt idx="34">
                  <c:v>9.596342921438293</c:v>
                </c:pt>
                <c:pt idx="35">
                  <c:v>9.596342987505977</c:v>
                </c:pt>
                <c:pt idx="36">
                  <c:v>9.596343025836063</c:v>
                </c:pt>
                <c:pt idx="37">
                  <c:v>9.596343048073777</c:v>
                </c:pt>
                <c:pt idx="38">
                  <c:v>9.596343060975471</c:v>
                </c:pt>
                <c:pt idx="39">
                  <c:v>9.596343068460612</c:v>
                </c:pt>
                <c:pt idx="40">
                  <c:v>9.596343072803108</c:v>
                </c:pt>
                <c:pt idx="41">
                  <c:v>9.596343075322636</c:v>
                </c:pt>
                <c:pt idx="42">
                  <c:v>9.596343076784365</c:v>
                </c:pt>
                <c:pt idx="43">
                  <c:v>9.596343077632355</c:v>
                </c:pt>
                <c:pt idx="44">
                  <c:v>9.596343078124391</c:v>
                </c:pt>
                <c:pt idx="45">
                  <c:v>9.596343078409802</c:v>
                </c:pt>
                <c:pt idx="46">
                  <c:v>9.596343078575387</c:v>
                </c:pt>
                <c:pt idx="47">
                  <c:v>9.59634307867151</c:v>
                </c:pt>
                <c:pt idx="48">
                  <c:v>9.596343078727273</c:v>
                </c:pt>
                <c:pt idx="49">
                  <c:v>9.596343078759617</c:v>
                </c:pt>
                <c:pt idx="50">
                  <c:v>9.596343078778432</c:v>
                </c:pt>
              </c:numCache>
            </c:numRef>
          </c:val>
          <c:smooth/>
        </c:ser>
        <c:ser>
          <c:idx val="7"/>
          <c:order val="7"/>
          <c:tx>
            <c:strRef>
              <c:f>Sheet1!$I$1</c:f>
              <c:strCache>
                <c:ptCount val="1"/>
                <c:pt idx="0">
                  <c:v>bdg_pos</c:v>
                </c:pt>
              </c:strCache>
            </c:strRef>
          </c:tx>
          <c:spPr>
            <a:ln w="31750">
              <a:solidFill>
                <a:srgbClr val="BF03B8"/>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Sheet1!$I$2:$I$27</c:f>
              <c:numCache>
                <c:formatCode>General</c:formatCode>
                <c:ptCount val="26"/>
                <c:pt idx="0">
                  <c:v>0.0</c:v>
                </c:pt>
                <c:pt idx="1">
                  <c:v>0.04419678301019303</c:v>
                </c:pt>
                <c:pt idx="2">
                  <c:v>0.09141513264336254</c:v>
                </c:pt>
                <c:pt idx="3">
                  <c:v>0.14153547366123576</c:v>
                </c:pt>
                <c:pt idx="4">
                  <c:v>0.19436368400613446</c:v>
                </c:pt>
                <c:pt idx="5">
                  <c:v>0.24962911171826363</c:v>
                </c:pt>
                <c:pt idx="6">
                  <c:v>0.3069869875585596</c:v>
                </c:pt>
                <c:pt idx="7">
                  <c:v>0.3660257002689491</c:v>
                </c:pt>
                <c:pt idx="8">
                  <c:v>0.42627889896840543</c:v>
                </c:pt>
                <c:pt idx="9">
                  <c:v>0.487241808338581</c:v>
                </c:pt>
                <c:pt idx="10">
                  <c:v>0.5483905859240394</c:v>
                </c:pt>
                <c:pt idx="11">
                  <c:v>0.609203125639965</c:v>
                </c:pt>
                <c:pt idx="12">
                  <c:v>0.6691795070551052</c:v>
                </c:pt>
                <c:pt idx="13">
                  <c:v>0.7278603507554635</c:v>
                </c:pt>
                <c:pt idx="14">
                  <c:v>0.7848416519821058</c:v>
                </c:pt>
                <c:pt idx="15">
                  <c:v>0.8397851595326529</c:v>
                </c:pt>
                <c:pt idx="16">
                  <c:v>0.8924239426407894</c:v>
                </c:pt>
                <c:pt idx="17">
                  <c:v>0.9425633382377328</c:v>
                </c:pt>
                <c:pt idx="18">
                  <c:v>0.9900779089837783</c:v>
                </c:pt>
                <c:pt idx="19">
                  <c:v>1.0349053203629524</c:v>
                </c:pt>
                <c:pt idx="20">
                  <c:v>1.0770381547506531</c:v>
                </c:pt>
                <c:pt idx="21">
                  <c:v>1.1165146455661557</c:v>
                </c:pt>
                <c:pt idx="22">
                  <c:v>1.1534091777351705</c:v>
                </c:pt>
                <c:pt idx="23">
                  <c:v>1.187823208642385</c:v>
                </c:pt>
                <c:pt idx="24">
                  <c:v>1.219877057713063</c:v>
                </c:pt>
                <c:pt idx="25">
                  <c:v>1.2497028226101747</c:v>
                </c:pt>
              </c:numCache>
            </c:numRef>
          </c:val>
          <c:smooth/>
        </c:ser>
        <c:marker val="1"/>
        <c:smooth val="0"/>
        <c:axId val="2118791784"/>
        <c:axId val="2140495176"/>
      </c:lineChart>
      <c:catAx>
        <c:axId val="2118791784"/>
        <c:scaling>
          <c:orientation val="minMax"/>
        </c:scaling>
        <c:delete val="0"/>
        <c:axPos val="b"/>
        <c:title>
          <c:tx>
            <c:rich>
              <a:bodyPr/>
              <a:lstStyle/>
              <a:p>
                <a:pPr>
                  <a:defRPr sz="1000"/>
                </a:pPr>
                <a:r>
                  <a:t>2026 Costs, Mln. RUB</a:t>
                </a:r>
              </a:p>
            </c:rich>
          </c:tx>
          <c:layout/>
          <c:overlay val="0"/>
        </c:title>
        <c:majorTickMark val="out"/>
        <c:minorTickMark val="none"/>
        <c:tickLblPos val="nextTo"/>
        <c:crossAx val="2140495176"/>
        <c:crosses val="autoZero"/>
        <c:auto val="1"/>
        <c:lblAlgn val="ctr"/>
        <c:lblOffset val="100"/>
        <c:noMultiLvlLbl val="0"/>
        <c:tickLblSkip val="40"/>
        <c:tickMarkSkip val="40"/>
      </c:catAx>
      <c:valAx>
        <c:axId val="2140495176"/>
        <c:scaling/>
        <c:delete val="0"/>
        <c:axPos val="l"/>
        <c:majorGridlines>
          <c:spPr>
            <a:ln>
              <a:solidFill>
                <a:srgbClr val="AAAAAA"/>
              </a:solidFill>
            </a:ln>
          </c:spPr>
        </c:majorGridlines>
        <c:title>
          <c:tx>
            <c:rich>
              <a:bodyPr/>
              <a:lstStyle/>
              <a:p>
                <a:pPr>
                  <a:defRPr sz="1000"/>
                </a:pPr>
                <a:r>
                  <a:t>2026 Incr. Sales, Mln. RUB</a:t>
                </a:r>
              </a:p>
            </c:rich>
          </c:tx>
          <c:layout/>
          <c:overlay val="0"/>
        </c:title>
        <c:majorTickMark val="out"/>
        <c:minorTickMark val="none"/>
        <c:tickLblPos val="nextTo"/>
        <c:crossAx val="2118791784"/>
        <c:crosses val="autoZero"/>
        <c:crossBetween val="midCat"/>
      </c:valAx>
    </c:plotArea>
    <c:plotVisOnly val="1"/>
    <c:dispBlanksAs val="gap"/>
    <c:showDLblsOverMax val="0"/>
  </c:chart>
  <c:txPr>
    <a:bodyPr/>
    <a:lstStyle/>
    <a:p>
      <a:pPr>
        <a:defRPr sz="1000">
          <a:latin typeface="Calibr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PR</c:v>
                </c:pt>
              </c:strCache>
            </c:strRef>
          </c:tx>
          <c:spPr>
            <a:ln w="31750">
              <a:solidFill>
                <a:srgbClr val="573B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Sheet1!$B$2:$B$17</c:f>
              <c:numCache>
                <c:formatCode>General</c:formatCode>
                <c:ptCount val="16"/>
                <c:pt idx="0">
                  <c:v>0.0</c:v>
                </c:pt>
                <c:pt idx="1">
                  <c:v>-2000070.3555022003</c:v>
                </c:pt>
                <c:pt idx="2">
                  <c:v>-4000148.720389781</c:v>
                </c:pt>
                <c:pt idx="3">
                  <c:v>-6000233.896637306</c:v>
                </c:pt>
                <c:pt idx="4">
                  <c:v>-8000323.992703647</c:v>
                </c:pt>
                <c:pt idx="5">
                  <c:v>-10000416.585556747</c:v>
                </c:pt>
                <c:pt idx="6">
                  <c:v>-12000509.017481605</c:v>
                </c:pt>
                <c:pt idx="7">
                  <c:v>-14000598.75290722</c:v>
                </c:pt>
                <c:pt idx="8">
                  <c:v>-16000683.693211332</c:v>
                </c:pt>
                <c:pt idx="9">
                  <c:v>-18000762.36808968</c:v>
                </c:pt>
                <c:pt idx="10">
                  <c:v>-20000833.976479452</c:v>
                </c:pt>
                <c:pt idx="11">
                  <c:v>-22000898.304449365</c:v>
                </c:pt>
                <c:pt idx="12">
                  <c:v>-24000955.57585743</c:v>
                </c:pt>
                <c:pt idx="13">
                  <c:v>-26001006.290238038</c:v>
                </c:pt>
                <c:pt idx="14">
                  <c:v>-28001051.08383522</c:v>
                </c:pt>
                <c:pt idx="15">
                  <c:v>-30001090.628670476</c:v>
                </c:pt>
              </c:numCache>
            </c:numRef>
          </c:val>
          <c:smooth/>
        </c:ser>
        <c:ser>
          <c:idx val="1"/>
          <c:order val="1"/>
          <c:tx>
            <c:strRef>
              <c:f>Sheet1!$C$1</c:f>
              <c:strCache>
                <c:ptCount val="1"/>
                <c:pt idx="0">
                  <c:v>TV</c:v>
                </c:pt>
              </c:strCache>
            </c:strRef>
          </c:tx>
          <c:spPr>
            <a:ln w="31750">
              <a:solidFill>
                <a:srgbClr val="005659"/>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Sheet1!$C$2:$C$202</c:f>
              <c:numCache>
                <c:formatCode>General</c:formatCode>
                <c:ptCount val="201"/>
                <c:pt idx="0">
                  <c:v>0.0</c:v>
                </c:pt>
                <c:pt idx="1">
                  <c:v>-2000002.5971682265</c:v>
                </c:pt>
                <c:pt idx="2">
                  <c:v>-4000005.1987632737</c:v>
                </c:pt>
                <c:pt idx="3">
                  <c:v>-6000007.804735878</c:v>
                </c:pt>
                <c:pt idx="4">
                  <c:v>-8000010.415036356</c:v>
                </c:pt>
                <c:pt idx="5">
                  <c:v>-10000013.029614614</c:v>
                </c:pt>
                <c:pt idx="6">
                  <c:v>-12000015.64842015</c:v>
                </c:pt>
                <c:pt idx="7">
                  <c:v>-14000018.27140205</c:v>
                </c:pt>
                <c:pt idx="8">
                  <c:v>-16000020.898509007</c:v>
                </c:pt>
                <c:pt idx="9">
                  <c:v>-18000023.529689312</c:v>
                </c:pt>
                <c:pt idx="10">
                  <c:v>-20000026.164890867</c:v>
                </c:pt>
                <c:pt idx="11">
                  <c:v>-22000028.804061178</c:v>
                </c:pt>
                <c:pt idx="12">
                  <c:v>-24000031.447147373</c:v>
                </c:pt>
                <c:pt idx="13">
                  <c:v>-26000034.094096206</c:v>
                </c:pt>
                <c:pt idx="14">
                  <c:v>-28000036.744854044</c:v>
                </c:pt>
                <c:pt idx="15">
                  <c:v>-30000039.39936689</c:v>
                </c:pt>
                <c:pt idx="16">
                  <c:v>-32000042.057580385</c:v>
                </c:pt>
                <c:pt idx="17">
                  <c:v>-34000044.719439805</c:v>
                </c:pt>
                <c:pt idx="18">
                  <c:v>-36000047.38489008</c:v>
                </c:pt>
                <c:pt idx="19">
                  <c:v>-38000050.05387577</c:v>
                </c:pt>
                <c:pt idx="20">
                  <c:v>-40000052.7263411</c:v>
                </c:pt>
                <c:pt idx="21">
                  <c:v>-42000055.402229965</c:v>
                </c:pt>
                <c:pt idx="22">
                  <c:v>-44000058.08148592</c:v>
                </c:pt>
                <c:pt idx="23">
                  <c:v>-46000060.764052175</c:v>
                </c:pt>
                <c:pt idx="24">
                  <c:v>-48000063.449871644</c:v>
                </c:pt>
                <c:pt idx="25">
                  <c:v>-50000066.13888689</c:v>
                </c:pt>
                <c:pt idx="26">
                  <c:v>-52000068.831040196</c:v>
                </c:pt>
                <c:pt idx="27">
                  <c:v>-54000071.526273504</c:v>
                </c:pt>
                <c:pt idx="28">
                  <c:v>-56000074.22452849</c:v>
                </c:pt>
                <c:pt idx="29">
                  <c:v>-58000076.925746515</c:v>
                </c:pt>
                <c:pt idx="30">
                  <c:v>-60000079.629868634</c:v>
                </c:pt>
                <c:pt idx="31">
                  <c:v>-62000082.33683566</c:v>
                </c:pt>
                <c:pt idx="32">
                  <c:v>-64000085.046588086</c:v>
                </c:pt>
                <c:pt idx="33">
                  <c:v>-66000087.75906616</c:v>
                </c:pt>
                <c:pt idx="34">
                  <c:v>-68000090.47420985</c:v>
                </c:pt>
                <c:pt idx="35">
                  <c:v>-70000093.19195887</c:v>
                </c:pt>
                <c:pt idx="36">
                  <c:v>-72000095.9122527</c:v>
                </c:pt>
                <c:pt idx="37">
                  <c:v>-74000098.63503052</c:v>
                </c:pt>
                <c:pt idx="38">
                  <c:v>-76000101.36023133</c:v>
                </c:pt>
                <c:pt idx="39">
                  <c:v>-78000104.08779384</c:v>
                </c:pt>
                <c:pt idx="40">
                  <c:v>-80000106.8176566</c:v>
                </c:pt>
                <c:pt idx="41">
                  <c:v>-82000109.54975787</c:v>
                </c:pt>
                <c:pt idx="42">
                  <c:v>-84000112.28403574</c:v>
                </c:pt>
                <c:pt idx="43">
                  <c:v>-86000115.02042808</c:v>
                </c:pt>
                <c:pt idx="44">
                  <c:v>-88000117.75887252</c:v>
                </c:pt>
                <c:pt idx="45">
                  <c:v>-90000120.49930659</c:v>
                </c:pt>
                <c:pt idx="46">
                  <c:v>-92000123.24166752</c:v>
                </c:pt>
                <c:pt idx="47">
                  <c:v>-94000125.98589244</c:v>
                </c:pt>
                <c:pt idx="48">
                  <c:v>-96000128.73191828</c:v>
                </c:pt>
                <c:pt idx="49">
                  <c:v>-98000131.47968179</c:v>
                </c:pt>
                <c:pt idx="50">
                  <c:v>-100000134.22911957</c:v>
                </c:pt>
                <c:pt idx="51">
                  <c:v>-102000136.98016809</c:v>
                </c:pt>
                <c:pt idx="52">
                  <c:v>-104000139.73276362</c:v>
                </c:pt>
                <c:pt idx="53">
                  <c:v>-106000142.48684235</c:v>
                </c:pt>
                <c:pt idx="54">
                  <c:v>-108000145.24234028</c:v>
                </c:pt>
                <c:pt idx="55">
                  <c:v>-110000147.99919334</c:v>
                </c:pt>
                <c:pt idx="56">
                  <c:v>-112000150.75733732</c:v>
                </c:pt>
                <c:pt idx="57">
                  <c:v>-114000153.51670788</c:v>
                </c:pt>
                <c:pt idx="58">
                  <c:v>-116000156.2772406</c:v>
                </c:pt>
                <c:pt idx="59">
                  <c:v>-118000159.03887096</c:v>
                </c:pt>
                <c:pt idx="60">
                  <c:v>-120000161.80153434</c:v>
                </c:pt>
                <c:pt idx="61">
                  <c:v>-122000164.56516606</c:v>
                </c:pt>
                <c:pt idx="62">
                  <c:v>-124000167.32970135</c:v>
                </c:pt>
                <c:pt idx="63">
                  <c:v>-126000170.09507535</c:v>
                </c:pt>
                <c:pt idx="64">
                  <c:v>-128000172.8612232</c:v>
                </c:pt>
                <c:pt idx="65">
                  <c:v>-130000175.62807994</c:v>
                </c:pt>
                <c:pt idx="66">
                  <c:v>-132000178.39558056</c:v>
                </c:pt>
                <c:pt idx="67">
                  <c:v>-134000181.16366003</c:v>
                </c:pt>
                <c:pt idx="68">
                  <c:v>-136000183.93225333</c:v>
                </c:pt>
                <c:pt idx="69">
                  <c:v>-138000186.70129535</c:v>
                </c:pt>
                <c:pt idx="70">
                  <c:v>-140000189.47072098</c:v>
                </c:pt>
                <c:pt idx="71">
                  <c:v>-142000192.2404651</c:v>
                </c:pt>
                <c:pt idx="72">
                  <c:v>-144000195.01046264</c:v>
                </c:pt>
                <c:pt idx="73">
                  <c:v>-146000197.7806485</c:v>
                </c:pt>
                <c:pt idx="74">
                  <c:v>-148000200.55095753</c:v>
                </c:pt>
                <c:pt idx="75">
                  <c:v>-150000203.32132474</c:v>
                </c:pt>
                <c:pt idx="76">
                  <c:v>-152000206.09168503</c:v>
                </c:pt>
                <c:pt idx="77">
                  <c:v>-154000208.8619734</c:v>
                </c:pt>
                <c:pt idx="78">
                  <c:v>-156000211.63212496</c:v>
                </c:pt>
                <c:pt idx="79">
                  <c:v>-158000214.4020747</c:v>
                </c:pt>
                <c:pt idx="80">
                  <c:v>-160000217.17175785</c:v>
                </c:pt>
                <c:pt idx="81">
                  <c:v>-162000219.94110957</c:v>
                </c:pt>
                <c:pt idx="82">
                  <c:v>-164000222.71006516</c:v>
                </c:pt>
                <c:pt idx="83">
                  <c:v>-166000225.47856</c:v>
                </c:pt>
                <c:pt idx="84">
                  <c:v>-168000228.24652952</c:v>
                </c:pt>
                <c:pt idx="85">
                  <c:v>-170000231.01390928</c:v>
                </c:pt>
                <c:pt idx="86">
                  <c:v>-172000233.7806349</c:v>
                </c:pt>
                <c:pt idx="87">
                  <c:v>-174000236.54664218</c:v>
                </c:pt>
                <c:pt idx="88">
                  <c:v>-176000239.31186697</c:v>
                </c:pt>
                <c:pt idx="89">
                  <c:v>-178000242.07624522</c:v>
                </c:pt>
                <c:pt idx="90">
                  <c:v>-180000244.8397131</c:v>
                </c:pt>
                <c:pt idx="91">
                  <c:v>-182000247.60220686</c:v>
                </c:pt>
                <c:pt idx="92">
                  <c:v>-184000250.3636629</c:v>
                </c:pt>
                <c:pt idx="93">
                  <c:v>-186000253.12401775</c:v>
                </c:pt>
                <c:pt idx="94">
                  <c:v>-188000255.88320813</c:v>
                </c:pt>
                <c:pt idx="95">
                  <c:v>-190000258.64117092</c:v>
                </c:pt>
                <c:pt idx="96">
                  <c:v>-192000261.39784318</c:v>
                </c:pt>
                <c:pt idx="97">
                  <c:v>-194000264.1531621</c:v>
                </c:pt>
                <c:pt idx="98">
                  <c:v>-196000266.9070651</c:v>
                </c:pt>
                <c:pt idx="99">
                  <c:v>-198000269.65948978</c:v>
                </c:pt>
                <c:pt idx="100">
                  <c:v>-200000272.4103739</c:v>
                </c:pt>
                <c:pt idx="101">
                  <c:v>-202000275.1596555</c:v>
                </c:pt>
                <c:pt idx="102">
                  <c:v>-204000277.90727282</c:v>
                </c:pt>
                <c:pt idx="103">
                  <c:v>-206000280.6531642</c:v>
                </c:pt>
                <c:pt idx="104">
                  <c:v>-208000283.39726835</c:v>
                </c:pt>
                <c:pt idx="105">
                  <c:v>-210000286.13952413</c:v>
                </c:pt>
                <c:pt idx="106">
                  <c:v>-212000288.87987068</c:v>
                </c:pt>
                <c:pt idx="107">
                  <c:v>-214000291.61824733</c:v>
                </c:pt>
                <c:pt idx="108">
                  <c:v>-216000294.3545937</c:v>
                </c:pt>
                <c:pt idx="109">
                  <c:v>-218000297.08884966</c:v>
                </c:pt>
                <c:pt idx="110">
                  <c:v>-220000299.8209553</c:v>
                </c:pt>
                <c:pt idx="111">
                  <c:v>-222000302.55085108</c:v>
                </c:pt>
                <c:pt idx="112">
                  <c:v>-224000305.2784776</c:v>
                </c:pt>
                <c:pt idx="113">
                  <c:v>-226000308.00377584</c:v>
                </c:pt>
                <c:pt idx="114">
                  <c:v>-228000310.72668698</c:v>
                </c:pt>
                <c:pt idx="115">
                  <c:v>-230000313.44715258</c:v>
                </c:pt>
                <c:pt idx="116">
                  <c:v>-232000316.16511446</c:v>
                </c:pt>
                <c:pt idx="117">
                  <c:v>-234000318.88051468</c:v>
                </c:pt>
                <c:pt idx="118">
                  <c:v>-236000321.59329572</c:v>
                </c:pt>
                <c:pt idx="119">
                  <c:v>-238000324.30340028</c:v>
                </c:pt>
                <c:pt idx="120">
                  <c:v>-240000327.01077142</c:v>
                </c:pt>
                <c:pt idx="121">
                  <c:v>-242000329.71535254</c:v>
                </c:pt>
                <c:pt idx="122">
                  <c:v>-244000332.41708726</c:v>
                </c:pt>
                <c:pt idx="123">
                  <c:v>-246000335.1159197</c:v>
                </c:pt>
                <c:pt idx="124">
                  <c:v>-248000337.8117942</c:v>
                </c:pt>
                <c:pt idx="125">
                  <c:v>-250000340.50465545</c:v>
                </c:pt>
                <c:pt idx="126">
                  <c:v>-252000343.19444856</c:v>
                </c:pt>
                <c:pt idx="127">
                  <c:v>-254000345.88111892</c:v>
                </c:pt>
                <c:pt idx="128">
                  <c:v>-256000348.5646123</c:v>
                </c:pt>
                <c:pt idx="129">
                  <c:v>-258000351.24487486</c:v>
                </c:pt>
                <c:pt idx="130">
                  <c:v>-260000353.9218531</c:v>
                </c:pt>
                <c:pt idx="131">
                  <c:v>-262000356.59549385</c:v>
                </c:pt>
                <c:pt idx="132">
                  <c:v>-264000359.26574442</c:v>
                </c:pt>
                <c:pt idx="133">
                  <c:v>-266000361.9325524</c:v>
                </c:pt>
                <c:pt idx="134">
                  <c:v>-268000364.59586582</c:v>
                </c:pt>
                <c:pt idx="135">
                  <c:v>-270000367.25563306</c:v>
                </c:pt>
                <c:pt idx="136">
                  <c:v>-272000369.91180295</c:v>
                </c:pt>
                <c:pt idx="137">
                  <c:v>-274000372.5643247</c:v>
                </c:pt>
                <c:pt idx="138">
                  <c:v>-276000375.21314776</c:v>
                </c:pt>
                <c:pt idx="139">
                  <c:v>-278000377.8582223</c:v>
                </c:pt>
                <c:pt idx="140">
                  <c:v>-280000380.4994986</c:v>
                </c:pt>
                <c:pt idx="141">
                  <c:v>-282000383.1369275</c:v>
                </c:pt>
                <c:pt idx="142">
                  <c:v>-284000385.77046025</c:v>
                </c:pt>
                <c:pt idx="143">
                  <c:v>-286000388.4000485</c:v>
                </c:pt>
                <c:pt idx="144">
                  <c:v>-288000391.0256443</c:v>
                </c:pt>
                <c:pt idx="145">
                  <c:v>-290000393.6472001</c:v>
                </c:pt>
                <c:pt idx="146">
                  <c:v>-292000396.2646688</c:v>
                </c:pt>
                <c:pt idx="147">
                  <c:v>-294000398.8780039</c:v>
                </c:pt>
                <c:pt idx="148">
                  <c:v>-296000401.487159</c:v>
                </c:pt>
                <c:pt idx="149">
                  <c:v>-298000404.0920884</c:v>
                </c:pt>
                <c:pt idx="150">
                  <c:v>-300000406.69274676</c:v>
                </c:pt>
                <c:pt idx="151">
                  <c:v>-302000409.28908914</c:v>
                </c:pt>
                <c:pt idx="152">
                  <c:v>-304000411.8810711</c:v>
                </c:pt>
                <c:pt idx="153">
                  <c:v>-306000414.4686486</c:v>
                </c:pt>
                <c:pt idx="154">
                  <c:v>-308000417.05177814</c:v>
                </c:pt>
                <c:pt idx="155">
                  <c:v>-310000419.6304166</c:v>
                </c:pt>
                <c:pt idx="156">
                  <c:v>-312000422.2045212</c:v>
                </c:pt>
                <c:pt idx="157">
                  <c:v>-314000424.7740499</c:v>
                </c:pt>
                <c:pt idx="158">
                  <c:v>-316000427.33896077</c:v>
                </c:pt>
                <c:pt idx="159">
                  <c:v>-318000429.8992127</c:v>
                </c:pt>
                <c:pt idx="160">
                  <c:v>-320000432.45476484</c:v>
                </c:pt>
                <c:pt idx="161">
                  <c:v>-322000435.0055767</c:v>
                </c:pt>
                <c:pt idx="162">
                  <c:v>-324000437.5516085</c:v>
                </c:pt>
                <c:pt idx="163">
                  <c:v>-326000440.09282076</c:v>
                </c:pt>
                <c:pt idx="164">
                  <c:v>-328000442.6291746</c:v>
                </c:pt>
                <c:pt idx="165">
                  <c:v>-330000445.1606314</c:v>
                </c:pt>
                <c:pt idx="166">
                  <c:v>-332000447.6871532</c:v>
                </c:pt>
                <c:pt idx="167">
                  <c:v>-334000450.20870245</c:v>
                </c:pt>
                <c:pt idx="168">
                  <c:v>-336000452.7252421</c:v>
                </c:pt>
                <c:pt idx="169">
                  <c:v>-338000455.23673546</c:v>
                </c:pt>
                <c:pt idx="170">
                  <c:v>-340000457.7431465</c:v>
                </c:pt>
                <c:pt idx="171">
                  <c:v>-342000460.2444394</c:v>
                </c:pt>
                <c:pt idx="172">
                  <c:v>-344000462.74057925</c:v>
                </c:pt>
                <c:pt idx="173">
                  <c:v>-346000465.23153114</c:v>
                </c:pt>
                <c:pt idx="174">
                  <c:v>-348000467.7172609</c:v>
                </c:pt>
                <c:pt idx="175">
                  <c:v>-350000470.19773483</c:v>
                </c:pt>
                <c:pt idx="176">
                  <c:v>-352000472.67291963</c:v>
                </c:pt>
                <c:pt idx="177">
                  <c:v>-354000475.1427825</c:v>
                </c:pt>
                <c:pt idx="178">
                  <c:v>-356000477.60729116</c:v>
                </c:pt>
                <c:pt idx="179">
                  <c:v>-358000480.06641376</c:v>
                </c:pt>
                <c:pt idx="180">
                  <c:v>-360000482.520119</c:v>
                </c:pt>
                <c:pt idx="181">
                  <c:v>-362000484.968376</c:v>
                </c:pt>
                <c:pt idx="182">
                  <c:v>-364000487.41115427</c:v>
                </c:pt>
                <c:pt idx="183">
                  <c:v>-366000489.848424</c:v>
                </c:pt>
                <c:pt idx="184">
                  <c:v>-368000492.2801558</c:v>
                </c:pt>
                <c:pt idx="185">
                  <c:v>-370000494.70632064</c:v>
                </c:pt>
                <c:pt idx="186">
                  <c:v>-372000497.12689006</c:v>
                </c:pt>
                <c:pt idx="187">
                  <c:v>-374000499.5418361</c:v>
                </c:pt>
                <c:pt idx="188">
                  <c:v>-376000501.9511312</c:v>
                </c:pt>
                <c:pt idx="189">
                  <c:v>-378000504.3547484</c:v>
                </c:pt>
                <c:pt idx="190">
                  <c:v>-380000506.7526611</c:v>
                </c:pt>
                <c:pt idx="191">
                  <c:v>-382000509.14484316</c:v>
                </c:pt>
                <c:pt idx="192">
                  <c:v>-384000511.5312691</c:v>
                </c:pt>
                <c:pt idx="193">
                  <c:v>-386000513.9119136</c:v>
                </c:pt>
                <c:pt idx="194">
                  <c:v>-388000516.2867521</c:v>
                </c:pt>
                <c:pt idx="195">
                  <c:v>-390000518.65576047</c:v>
                </c:pt>
                <c:pt idx="196">
                  <c:v>-392000521.0189149</c:v>
                </c:pt>
                <c:pt idx="197">
                  <c:v>-394000523.37619215</c:v>
                </c:pt>
                <c:pt idx="198">
                  <c:v>-396000525.72756946</c:v>
                </c:pt>
                <c:pt idx="199">
                  <c:v>-398000528.0730245</c:v>
                </c:pt>
                <c:pt idx="200">
                  <c:v>-400000530.4125355</c:v>
                </c:pt>
              </c:numCache>
            </c:numRef>
          </c:val>
          <c:smooth/>
        </c:ser>
        <c:ser>
          <c:idx val="2"/>
          <c:order val="2"/>
          <c:tx>
            <c:strRef>
              <c:f>Sheet1!$D$1</c:f>
              <c:strCache>
                <c:ptCount val="1"/>
                <c:pt idx="0">
                  <c:v>bdg_dgt_display</c:v>
                </c:pt>
              </c:strCache>
            </c:strRef>
          </c:tx>
          <c:spPr>
            <a:ln w="31750">
              <a:solidFill>
                <a:srgbClr val="0000DD"/>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Sheet1!$D$2:$D$52</c:f>
              <c:numCache>
                <c:formatCode>General</c:formatCode>
                <c:ptCount val="51"/>
                <c:pt idx="0">
                  <c:v>0.0</c:v>
                </c:pt>
                <c:pt idx="1">
                  <c:v>-1999975.6525989375</c:v>
                </c:pt>
                <c:pt idx="2">
                  <c:v>-3999946.0325252246</c:v>
                </c:pt>
                <c:pt idx="3">
                  <c:v>-5999928.878097999</c:v>
                </c:pt>
                <c:pt idx="4">
                  <c:v>-7999919.783186257</c:v>
                </c:pt>
                <c:pt idx="5">
                  <c:v>-9999914.99510046</c:v>
                </c:pt>
                <c:pt idx="6">
                  <c:v>-11999912.66328916</c:v>
                </c:pt>
                <c:pt idx="7">
                  <c:v>-13999911.596158585</c:v>
                </c:pt>
                <c:pt idx="8">
                  <c:v>-15999911.123826772</c:v>
                </c:pt>
                <c:pt idx="9">
                  <c:v>-17999910.917961936</c:v>
                </c:pt>
                <c:pt idx="10">
                  <c:v>-19999910.82882177</c:v>
                </c:pt>
                <c:pt idx="11">
                  <c:v>-21999910.790322803</c:v>
                </c:pt>
                <c:pt idx="12">
                  <c:v>-23999910.77371009</c:v>
                </c:pt>
                <c:pt idx="13">
                  <c:v>-25999910.76654306</c:v>
                </c:pt>
                <c:pt idx="14">
                  <c:v>-27999910.76345098</c:v>
                </c:pt>
                <c:pt idx="15">
                  <c:v>-29999910.762116835</c:v>
                </c:pt>
                <c:pt idx="16">
                  <c:v>-31999910.761541124</c:v>
                </c:pt>
                <c:pt idx="17">
                  <c:v>-33999910.76129267</c:v>
                </c:pt>
                <c:pt idx="18">
                  <c:v>-35999910.76118545</c:v>
                </c:pt>
                <c:pt idx="19">
                  <c:v>-37999910.76113917</c:v>
                </c:pt>
                <c:pt idx="20">
                  <c:v>-39999910.761119194</c:v>
                </c:pt>
                <c:pt idx="21">
                  <c:v>-41999910.761110574</c:v>
                </c:pt>
                <c:pt idx="22">
                  <c:v>-43999910.76110685</c:v>
                </c:pt>
                <c:pt idx="23">
                  <c:v>-45999910.76110525</c:v>
                </c:pt>
                <c:pt idx="24">
                  <c:v>-47999910.761104554</c:v>
                </c:pt>
                <c:pt idx="25">
                  <c:v>-49999910.761104256</c:v>
                </c:pt>
                <c:pt idx="26">
                  <c:v>-51999910.76110412</c:v>
                </c:pt>
                <c:pt idx="27">
                  <c:v>-53999910.76110407</c:v>
                </c:pt>
                <c:pt idx="28">
                  <c:v>-55999910.76110404</c:v>
                </c:pt>
                <c:pt idx="29">
                  <c:v>-57999910.76110403</c:v>
                </c:pt>
                <c:pt idx="30">
                  <c:v>-59999910.761104025</c:v>
                </c:pt>
                <c:pt idx="31">
                  <c:v>-61999910.761104025</c:v>
                </c:pt>
                <c:pt idx="32">
                  <c:v>-63999910.761104025</c:v>
                </c:pt>
                <c:pt idx="33">
                  <c:v>-65999910.761104025</c:v>
                </c:pt>
                <c:pt idx="34">
                  <c:v>-67999910.76110403</c:v>
                </c:pt>
                <c:pt idx="35">
                  <c:v>-69999910.76110403</c:v>
                </c:pt>
                <c:pt idx="36">
                  <c:v>-71999910.76110403</c:v>
                </c:pt>
                <c:pt idx="37">
                  <c:v>-73999910.76110403</c:v>
                </c:pt>
                <c:pt idx="38">
                  <c:v>-75999910.76110403</c:v>
                </c:pt>
                <c:pt idx="39">
                  <c:v>-77999910.76110403</c:v>
                </c:pt>
                <c:pt idx="40">
                  <c:v>-79999910.76110403</c:v>
                </c:pt>
                <c:pt idx="41">
                  <c:v>-81999910.76110403</c:v>
                </c:pt>
                <c:pt idx="42">
                  <c:v>-83999910.76110403</c:v>
                </c:pt>
                <c:pt idx="43">
                  <c:v>-85999910.76110403</c:v>
                </c:pt>
                <c:pt idx="44">
                  <c:v>-87999910.76110403</c:v>
                </c:pt>
                <c:pt idx="45">
                  <c:v>-89999910.76110403</c:v>
                </c:pt>
                <c:pt idx="46">
                  <c:v>-91999910.76110403</c:v>
                </c:pt>
                <c:pt idx="47">
                  <c:v>-93999910.76110403</c:v>
                </c:pt>
                <c:pt idx="48">
                  <c:v>-95999910.76110403</c:v>
                </c:pt>
                <c:pt idx="49">
                  <c:v>-97999910.76110403</c:v>
                </c:pt>
                <c:pt idx="50">
                  <c:v>-99999910.76110403</c:v>
                </c:pt>
              </c:numCache>
            </c:numRef>
          </c:val>
          <c:smooth/>
        </c:ser>
        <c:ser>
          <c:idx val="3"/>
          <c:order val="3"/>
          <c:tx>
            <c:strRef>
              <c:f>Sheet1!$E$1</c:f>
              <c:strCache>
                <c:ptCount val="1"/>
                <c:pt idx="0">
                  <c:v>bdg_dgt_perform</c:v>
                </c:pt>
              </c:strCache>
            </c:strRef>
          </c:tx>
          <c:spPr>
            <a:ln w="31750"/>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Sheet1!$E$2:$E$27</c:f>
              <c:numCache>
                <c:formatCode>General</c:formatCode>
                <c:ptCount val="26"/>
                <c:pt idx="0">
                  <c:v>0.0</c:v>
                </c:pt>
                <c:pt idx="1">
                  <c:v>-2000000.0</c:v>
                </c:pt>
                <c:pt idx="2">
                  <c:v>-4000000.0</c:v>
                </c:pt>
                <c:pt idx="3">
                  <c:v>-6000000.0</c:v>
                </c:pt>
                <c:pt idx="4">
                  <c:v>-8000000.0</c:v>
                </c:pt>
                <c:pt idx="5">
                  <c:v>-10000000.0</c:v>
                </c:pt>
                <c:pt idx="6">
                  <c:v>-12000000.0</c:v>
                </c:pt>
                <c:pt idx="7">
                  <c:v>-14000000.0</c:v>
                </c:pt>
                <c:pt idx="8">
                  <c:v>-16000000.0</c:v>
                </c:pt>
                <c:pt idx="9">
                  <c:v>-18000000.0</c:v>
                </c:pt>
                <c:pt idx="10">
                  <c:v>-20000000.0</c:v>
                </c:pt>
                <c:pt idx="11">
                  <c:v>-22000000.0</c:v>
                </c:pt>
                <c:pt idx="12">
                  <c:v>-24000000.0</c:v>
                </c:pt>
                <c:pt idx="13">
                  <c:v>-26000000.0</c:v>
                </c:pt>
                <c:pt idx="14">
                  <c:v>-28000000.0</c:v>
                </c:pt>
                <c:pt idx="15">
                  <c:v>-30000000.0</c:v>
                </c:pt>
                <c:pt idx="16">
                  <c:v>-32000000.0</c:v>
                </c:pt>
                <c:pt idx="17">
                  <c:v>-34000000.0</c:v>
                </c:pt>
                <c:pt idx="18">
                  <c:v>-36000000.0</c:v>
                </c:pt>
                <c:pt idx="19">
                  <c:v>-38000000.0</c:v>
                </c:pt>
                <c:pt idx="20">
                  <c:v>-40000000.0</c:v>
                </c:pt>
                <c:pt idx="21">
                  <c:v>-42000000.0</c:v>
                </c:pt>
                <c:pt idx="22">
                  <c:v>-44000000.0</c:v>
                </c:pt>
                <c:pt idx="23">
                  <c:v>-46000000.0</c:v>
                </c:pt>
                <c:pt idx="24">
                  <c:v>-48000000.0</c:v>
                </c:pt>
                <c:pt idx="25">
                  <c:v>-50000000.0</c:v>
                </c:pt>
              </c:numCache>
            </c:numRef>
          </c:val>
          <c:smooth/>
        </c:ser>
        <c:ser>
          <c:idx val="4"/>
          <c:order val="4"/>
          <c:tx>
            <c:strRef>
              <c:f>Sheet1!$F$1</c:f>
              <c:strCache>
                <c:ptCount val="1"/>
                <c:pt idx="0">
                  <c:v>bdg_dgt_special</c:v>
                </c:pt>
              </c:strCache>
            </c:strRef>
          </c:tx>
          <c:spPr>
            <a:ln w="31750">
              <a:solidFill>
                <a:srgbClr val="00FDCF"/>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Sheet1!$F$2:$F$52</c:f>
              <c:numCache>
                <c:formatCode>General</c:formatCode>
                <c:ptCount val="51"/>
                <c:pt idx="0">
                  <c:v>0.0</c:v>
                </c:pt>
                <c:pt idx="1">
                  <c:v>-1999942.272140517</c:v>
                </c:pt>
                <c:pt idx="2">
                  <c:v>-3999878.5560908103</c:v>
                </c:pt>
                <c:pt idx="3">
                  <c:v>-5999811.023399559</c:v>
                </c:pt>
                <c:pt idx="4">
                  <c:v>-7999742.459167982</c:v>
                </c:pt>
                <c:pt idx="5">
                  <c:v>-9999675.72784189</c:v>
                </c:pt>
                <c:pt idx="6">
                  <c:v>-11999613.219060993</c:v>
                </c:pt>
                <c:pt idx="7">
                  <c:v>-13999556.497961916</c:v>
                </c:pt>
                <c:pt idx="8">
                  <c:v>-15999506.249967566</c:v>
                </c:pt>
                <c:pt idx="9">
                  <c:v>-17999462.45215109</c:v>
                </c:pt>
                <c:pt idx="10">
                  <c:v>-19999424.633881506</c:v>
                </c:pt>
                <c:pt idx="11">
                  <c:v>-21999392.11521202</c:v>
                </c:pt>
                <c:pt idx="12">
                  <c:v>-23999364.173072092</c:v>
                </c:pt>
                <c:pt idx="13">
                  <c:v>-25999340.133552924</c:v>
                </c:pt>
                <c:pt idx="14">
                  <c:v>-27999319.41002016</c:v>
                </c:pt>
                <c:pt idx="15">
                  <c:v>-29999301.50925952</c:v>
                </c:pt>
                <c:pt idx="16">
                  <c:v>-31999286.022387177</c:v>
                </c:pt>
                <c:pt idx="17">
                  <c:v>-33999272.61069498</c:v>
                </c:pt>
                <c:pt idx="18">
                  <c:v>-35999260.99159723</c:v>
                </c:pt>
                <c:pt idx="19">
                  <c:v>-37999250.92675558</c:v>
                </c:pt>
                <c:pt idx="20">
                  <c:v>-39999242.21282785</c:v>
                </c:pt>
                <c:pt idx="21">
                  <c:v>-41999234.67456446</c:v>
                </c:pt>
                <c:pt idx="22">
                  <c:v>-43999228.159747414</c:v>
                </c:pt>
                <c:pt idx="23">
                  <c:v>-45999222.53546963</c:v>
                </c:pt>
                <c:pt idx="24">
                  <c:v>-47999217.68534333</c:v>
                </c:pt>
                <c:pt idx="25">
                  <c:v>-49999213.507334396</c:v>
                </c:pt>
                <c:pt idx="26">
                  <c:v>-51999209.91201375</c:v>
                </c:pt>
                <c:pt idx="27">
                  <c:v>-53999206.8210903</c:v>
                </c:pt>
                <c:pt idx="28">
                  <c:v>-55999204.16614079</c:v>
                </c:pt>
                <c:pt idx="29">
                  <c:v>-57999201.88748571</c:v>
                </c:pt>
                <c:pt idx="30">
                  <c:v>-59999199.93318214</c:v>
                </c:pt>
                <c:pt idx="31">
                  <c:v>-61999198.25811574</c:v>
                </c:pt>
                <c:pt idx="32">
                  <c:v>-63999196.823181905</c:v>
                </c:pt>
                <c:pt idx="33">
                  <c:v>-65999195.59454873</c:v>
                </c:pt>
                <c:pt idx="34">
                  <c:v>-67999194.5429962</c:v>
                </c:pt>
                <c:pt idx="35">
                  <c:v>-69999193.64332645</c:v>
                </c:pt>
                <c:pt idx="36">
                  <c:v>-71999192.87384008</c:v>
                </c:pt>
                <c:pt idx="37">
                  <c:v>-73999192.21587309</c:v>
                </c:pt>
                <c:pt idx="38">
                  <c:v>-75999191.65338947</c:v>
                </c:pt>
                <c:pt idx="39">
                  <c:v>-77999191.17262387</c:v>
                </c:pt>
                <c:pt idx="40">
                  <c:v>-79999190.76176974</c:v>
                </c:pt>
                <c:pt idx="41">
                  <c:v>-81999190.41070753</c:v>
                </c:pt>
                <c:pt idx="42">
                  <c:v>-83999190.11076891</c:v>
                </c:pt>
                <c:pt idx="43">
                  <c:v>-85999189.8545324</c:v>
                </c:pt>
                <c:pt idx="44">
                  <c:v>-87999189.63564686</c:v>
                </c:pt>
                <c:pt idx="45">
                  <c:v>-89999189.4486791</c:v>
                </c:pt>
                <c:pt idx="46">
                  <c:v>-91999189.28898267</c:v>
                </c:pt>
                <c:pt idx="47">
                  <c:v>-93999189.15258504</c:v>
                </c:pt>
                <c:pt idx="48">
                  <c:v>-95999189.03609054</c:v>
                </c:pt>
                <c:pt idx="49">
                  <c:v>-97999188.93659718</c:v>
                </c:pt>
                <c:pt idx="50">
                  <c:v>-99999188.85162528</c:v>
                </c:pt>
              </c:numCache>
            </c:numRef>
          </c:val>
          <c:smooth/>
        </c:ser>
        <c:ser>
          <c:idx val="5"/>
          <c:order val="5"/>
          <c:tx>
            <c:strRef>
              <c:f>Sheet1!$G$1</c:f>
              <c:strCache>
                <c:ptCount val="1"/>
                <c:pt idx="0">
                  <c:v>bdg_dgt_video</c:v>
                </c:pt>
              </c:strCache>
            </c:strRef>
          </c:tx>
          <c:spPr>
            <a:ln w="31750">
              <a:solidFill>
                <a:srgbClr val="A17569"/>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Sheet1!$G$2:$G$52</c:f>
              <c:numCache>
                <c:formatCode>General</c:formatCode>
                <c:ptCount val="51"/>
                <c:pt idx="0">
                  <c:v>0.0</c:v>
                </c:pt>
                <c:pt idx="1">
                  <c:v>-2000144.9476539479</c:v>
                </c:pt>
                <c:pt idx="2">
                  <c:v>-4000324.439901358</c:v>
                </c:pt>
                <c:pt idx="3">
                  <c:v>-6000530.819552894</c:v>
                </c:pt>
                <c:pt idx="4">
                  <c:v>-8000748.468240478</c:v>
                </c:pt>
                <c:pt idx="5">
                  <c:v>-10000958.986274522</c:v>
                </c:pt>
                <c:pt idx="6">
                  <c:v>-12001148.239534205</c:v>
                </c:pt>
                <c:pt idx="7">
                  <c:v>-14001309.932780735</c:v>
                </c:pt>
                <c:pt idx="8">
                  <c:v>-16001444.370337822</c:v>
                </c:pt>
                <c:pt idx="9">
                  <c:v>-18001555.177125946</c:v>
                </c:pt>
                <c:pt idx="10">
                  <c:v>-20001646.669227608</c:v>
                </c:pt>
                <c:pt idx="11">
                  <c:v>-22001722.60314232</c:v>
                </c:pt>
                <c:pt idx="12">
                  <c:v>-24001785.886817943</c:v>
                </c:pt>
                <c:pt idx="13">
                  <c:v>-26001838.705268845</c:v>
                </c:pt>
                <c:pt idx="14">
                  <c:v>-28001882.735379733</c:v>
                </c:pt>
                <c:pt idx="15">
                  <c:v>-30001919.322319593</c:v>
                </c:pt>
                <c:pt idx="16">
                  <c:v>-32001949.59274734</c:v>
                </c:pt>
                <c:pt idx="17">
                  <c:v>-34001974.51748278</c:v>
                </c:pt>
                <c:pt idx="18">
                  <c:v>-36001994.943026446</c:v>
                </c:pt>
                <c:pt idx="19">
                  <c:v>-38002011.60726788</c:v>
                </c:pt>
                <c:pt idx="20">
                  <c:v>-40002025.14883643</c:v>
                </c:pt>
                <c:pt idx="21">
                  <c:v>-42002036.11488375</c:v>
                </c:pt>
                <c:pt idx="22">
                  <c:v>-44002044.96916626</c:v>
                </c:pt>
                <c:pt idx="23">
                  <c:v>-46002052.10076949</c:v>
                </c:pt>
                <c:pt idx="24">
                  <c:v>-48002057.83317934</c:v>
                </c:pt>
                <c:pt idx="25">
                  <c:v>-50002062.43324944</c:v>
                </c:pt>
                <c:pt idx="26">
                  <c:v>-52002066.11967464</c:v>
                </c:pt>
                <c:pt idx="27">
                  <c:v>-54002069.07071007</c:v>
                </c:pt>
                <c:pt idx="28">
                  <c:v>-56002071.43100315</c:v>
                </c:pt>
                <c:pt idx="29">
                  <c:v>-58002073.31750564</c:v>
                </c:pt>
                <c:pt idx="30">
                  <c:v>-60002074.82450049</c:v>
                </c:pt>
                <c:pt idx="31">
                  <c:v>-62002076.02781742</c:v>
                </c:pt>
                <c:pt idx="32">
                  <c:v>-64002076.98833015</c:v>
                </c:pt>
                <c:pt idx="33">
                  <c:v>-66002077.75483314</c:v>
                </c:pt>
                <c:pt idx="34">
                  <c:v>-68002078.36639212</c:v>
                </c:pt>
                <c:pt idx="35">
                  <c:v>-70002078.85425451</c:v>
                </c:pt>
                <c:pt idx="36">
                  <c:v>-72002079.24339572</c:v>
                </c:pt>
                <c:pt idx="37">
                  <c:v>-74002079.5537665</c:v>
                </c:pt>
                <c:pt idx="38">
                  <c:v>-76002079.80129677</c:v>
                </c:pt>
                <c:pt idx="39">
                  <c:v>-78002079.99870145</c:v>
                </c:pt>
                <c:pt idx="40">
                  <c:v>-80002080.15612666</c:v>
                </c:pt>
                <c:pt idx="41">
                  <c:v>-82002080.28166705</c:v>
                </c:pt>
                <c:pt idx="42">
                  <c:v>-84002080.38177961</c:v>
                </c:pt>
                <c:pt idx="43">
                  <c:v>-86002080.46161442</c:v>
                </c:pt>
                <c:pt idx="44">
                  <c:v>-88002080.52527875</c:v>
                </c:pt>
                <c:pt idx="45">
                  <c:v>-90002080.57604818</c:v>
                </c:pt>
                <c:pt idx="46">
                  <c:v>-92002080.61653475</c:v>
                </c:pt>
                <c:pt idx="47">
                  <c:v>-94002080.64882144</c:v>
                </c:pt>
                <c:pt idx="48">
                  <c:v>-96002080.67456923</c:v>
                </c:pt>
                <c:pt idx="49">
                  <c:v>-98002080.69510262</c:v>
                </c:pt>
                <c:pt idx="50">
                  <c:v>-100002080.71147777</c:v>
                </c:pt>
              </c:numCache>
            </c:numRef>
          </c:val>
          <c:smooth/>
        </c:ser>
        <c:ser>
          <c:idx val="6"/>
          <c:order val="6"/>
          <c:tx>
            <c:strRef>
              <c:f>Sheet1!$H$1</c:f>
              <c:strCache>
                <c:ptCount val="1"/>
                <c:pt idx="0">
                  <c:v>bdg_ecom</c:v>
                </c:pt>
              </c:strCache>
            </c:strRef>
          </c:tx>
          <c:spPr>
            <a:ln w="31750">
              <a:solidFill>
                <a:srgbClr val="BCB6FF"/>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Sheet1!$H$2:$H$17</c:f>
              <c:numCache>
                <c:formatCode>General</c:formatCode>
                <c:ptCount val="16"/>
                <c:pt idx="0">
                  <c:v>0.0</c:v>
                </c:pt>
                <c:pt idx="1">
                  <c:v>-1999487.190873376</c:v>
                </c:pt>
                <c:pt idx="2">
                  <c:v>-3998852.6060199225</c:v>
                </c:pt>
                <c:pt idx="3">
                  <c:v>-5998293.090632037</c:v>
                </c:pt>
                <c:pt idx="4">
                  <c:v>-7997894.902704952</c:v>
                </c:pt>
                <c:pt idx="5">
                  <c:v>-9997623.965019768</c:v>
                </c:pt>
                <c:pt idx="6">
                  <c:v>-11997436.087407554</c:v>
                </c:pt>
                <c:pt idx="7">
                  <c:v>-13997305.274294594</c:v>
                </c:pt>
                <c:pt idx="8">
                  <c:v>-15997215.66104518</c:v>
                </c:pt>
                <c:pt idx="9">
                  <c:v>-17997155.628221966</c:v>
                </c:pt>
                <c:pt idx="10">
                  <c:v>-19997116.205931086</c:v>
                </c:pt>
                <c:pt idx="11">
                  <c:v>-21997090.70707519</c:v>
                </c:pt>
                <c:pt idx="12">
                  <c:v>-23997074.388306253</c:v>
                </c:pt>
                <c:pt idx="13">
                  <c:v>-25997064.01893545</c:v>
                </c:pt>
                <c:pt idx="14">
                  <c:v>-27997057.4607856</c:v>
                </c:pt>
                <c:pt idx="15">
                  <c:v>-29997053.32562141</c:v>
                </c:pt>
              </c:numCache>
            </c:numRef>
          </c:val>
          <c:smooth/>
        </c:ser>
        <c:ser>
          <c:idx val="7"/>
          <c:order val="7"/>
          <c:tx>
            <c:strRef>
              <c:f>Sheet1!$I$1</c:f>
              <c:strCache>
                <c:ptCount val="1"/>
                <c:pt idx="0">
                  <c:v>bdg_ooh</c:v>
                </c:pt>
              </c:strCache>
            </c:strRef>
          </c:tx>
          <c:spPr>
            <a:ln w="31750">
              <a:solidFill>
                <a:srgbClr val="95B577"/>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Sheet1!$I$2:$I$52</c:f>
              <c:numCache>
                <c:formatCode>General</c:formatCode>
                <c:ptCount val="51"/>
                <c:pt idx="0">
                  <c:v>0.0</c:v>
                </c:pt>
                <c:pt idx="1">
                  <c:v>-1999548.1776802638</c:v>
                </c:pt>
                <c:pt idx="2">
                  <c:v>-3999049.788029432</c:v>
                </c:pt>
                <c:pt idx="3">
                  <c:v>-5998684.917581713</c:v>
                </c:pt>
                <c:pt idx="4">
                  <c:v>-7998460.2638681885</c:v>
                </c:pt>
                <c:pt idx="5">
                  <c:v>-9998322.484148856</c:v>
                </c:pt>
                <c:pt idx="6">
                  <c:v>-11998236.867657615</c:v>
                </c:pt>
                <c:pt idx="7">
                  <c:v>-13998184.122394403</c:v>
                </c:pt>
                <c:pt idx="8">
                  <c:v>-15998152.18866918</c:v>
                </c:pt>
                <c:pt idx="9">
                  <c:v>-17998133.156818848</c:v>
                </c:pt>
                <c:pt idx="10">
                  <c:v>-19998121.940976426</c:v>
                </c:pt>
                <c:pt idx="11">
                  <c:v>-21998115.378574733</c:v>
                </c:pt>
                <c:pt idx="12">
                  <c:v>-23998111.555377577</c:v>
                </c:pt>
                <c:pt idx="13">
                  <c:v>-25998109.333455272</c:v>
                </c:pt>
                <c:pt idx="14">
                  <c:v>-27998108.043845028</c:v>
                </c:pt>
                <c:pt idx="15">
                  <c:v>-29998107.295845803</c:v>
                </c:pt>
                <c:pt idx="16">
                  <c:v>-31998106.86211735</c:v>
                </c:pt>
                <c:pt idx="17">
                  <c:v>-33998106.610641725</c:v>
                </c:pt>
                <c:pt idx="18">
                  <c:v>-35998106.46483434</c:v>
                </c:pt>
                <c:pt idx="19">
                  <c:v>-37998106.380289085</c:v>
                </c:pt>
                <c:pt idx="20">
                  <c:v>-39998106.33126242</c:v>
                </c:pt>
                <c:pt idx="21">
                  <c:v>-41998106.30283028</c:v>
                </c:pt>
                <c:pt idx="22">
                  <c:v>-43998106.28634038</c:v>
                </c:pt>
                <c:pt idx="23">
                  <c:v>-45998106.27677605</c:v>
                </c:pt>
                <c:pt idx="24">
                  <c:v>-47998106.27122835</c:v>
                </c:pt>
                <c:pt idx="25">
                  <c:v>-49998106.2680103</c:v>
                </c:pt>
                <c:pt idx="26">
                  <c:v>-51998106.26614355</c:v>
                </c:pt>
                <c:pt idx="27">
                  <c:v>-53998106.26506064</c:v>
                </c:pt>
                <c:pt idx="28">
                  <c:v>-55998106.264432415</c:v>
                </c:pt>
                <c:pt idx="29">
                  <c:v>-57998106.26406797</c:v>
                </c:pt>
                <c:pt idx="30">
                  <c:v>-59998106.26385654</c:v>
                </c:pt>
                <c:pt idx="31">
                  <c:v>-61998106.26373387</c:v>
                </c:pt>
                <c:pt idx="32">
                  <c:v>-63998106.26366271</c:v>
                </c:pt>
                <c:pt idx="33">
                  <c:v>-65998106.26362143</c:v>
                </c:pt>
                <c:pt idx="34">
                  <c:v>-67998106.26359747</c:v>
                </c:pt>
                <c:pt idx="35">
                  <c:v>-69998106.26358359</c:v>
                </c:pt>
                <c:pt idx="36">
                  <c:v>-71998106.26357551</c:v>
                </c:pt>
                <c:pt idx="37">
                  <c:v>-73998106.26357085</c:v>
                </c:pt>
                <c:pt idx="38">
                  <c:v>-75998106.26356812</c:v>
                </c:pt>
                <c:pt idx="39">
                  <c:v>-77998106.26356655</c:v>
                </c:pt>
                <c:pt idx="40">
                  <c:v>-79998106.26356564</c:v>
                </c:pt>
                <c:pt idx="41">
                  <c:v>-81998106.26356511</c:v>
                </c:pt>
                <c:pt idx="42">
                  <c:v>-83998106.2635648</c:v>
                </c:pt>
                <c:pt idx="43">
                  <c:v>-85998106.26356462</c:v>
                </c:pt>
                <c:pt idx="44">
                  <c:v>-87998106.26356451</c:v>
                </c:pt>
                <c:pt idx="45">
                  <c:v>-89998106.26356445</c:v>
                </c:pt>
                <c:pt idx="46">
                  <c:v>-91998106.26356442</c:v>
                </c:pt>
                <c:pt idx="47">
                  <c:v>-93998106.26356441</c:v>
                </c:pt>
                <c:pt idx="48">
                  <c:v>-95998106.2635644</c:v>
                </c:pt>
                <c:pt idx="49">
                  <c:v>-97998106.26356438</c:v>
                </c:pt>
                <c:pt idx="50">
                  <c:v>-99998106.26356438</c:v>
                </c:pt>
              </c:numCache>
            </c:numRef>
          </c:val>
          <c:smooth/>
        </c:ser>
        <c:ser>
          <c:idx val="8"/>
          <c:order val="8"/>
          <c:tx>
            <c:strRef>
              <c:f>Sheet1!$J$1</c:f>
              <c:strCache>
                <c:ptCount val="1"/>
                <c:pt idx="0">
                  <c:v>bdg_pos</c:v>
                </c:pt>
              </c:strCache>
            </c:strRef>
          </c:tx>
          <c:spPr>
            <a:ln w="31750">
              <a:solidFill>
                <a:srgbClr val="BF03B8"/>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Sheet1!$J$2:$J$27</c:f>
              <c:numCache>
                <c:formatCode>General</c:formatCode>
                <c:ptCount val="26"/>
                <c:pt idx="0">
                  <c:v>0.0</c:v>
                </c:pt>
                <c:pt idx="1">
                  <c:v>-1999991.7046768737</c:v>
                </c:pt>
                <c:pt idx="2">
                  <c:v>-3999982.8570812857</c:v>
                </c:pt>
                <c:pt idx="3">
                  <c:v>-5999973.478540584</c:v>
                </c:pt>
                <c:pt idx="4">
                  <c:v>-7999963.603657088</c:v>
                </c:pt>
                <c:pt idx="5">
                  <c:v>-9999953.280663412</c:v>
                </c:pt>
                <c:pt idx="6">
                  <c:v>-11999942.571000269</c:v>
                </c:pt>
                <c:pt idx="7">
                  <c:v>-13999931.54803409</c:v>
                </c:pt>
                <c:pt idx="8">
                  <c:v>-15999920.294920528</c:v>
                </c:pt>
                <c:pt idx="9">
                  <c:v>-17999908.901722185</c:v>
                </c:pt>
                <c:pt idx="10">
                  <c:v>-19999897.46198721</c:v>
                </c:pt>
                <c:pt idx="11">
                  <c:v>-21999886.06907049</c:v>
                </c:pt>
                <c:pt idx="12">
                  <c:v>-23999874.812515434</c:v>
                </c:pt>
                <c:pt idx="13">
                  <c:v>-25999863.774803583</c:v>
                </c:pt>
                <c:pt idx="14">
                  <c:v>-27999853.02872433</c:v>
                </c:pt>
                <c:pt idx="15">
                  <c:v>-29999842.635529734</c:v>
                </c:pt>
                <c:pt idx="16">
                  <c:v>-31999832.643937726</c:v>
                </c:pt>
                <c:pt idx="17">
                  <c:v>-33999823.08995001</c:v>
                </c:pt>
                <c:pt idx="18">
                  <c:v>-35999813.99737373</c:v>
                </c:pt>
                <c:pt idx="19">
                  <c:v>-37999805.3788867</c:v>
                </c:pt>
                <c:pt idx="20">
                  <c:v>-39999797.237466946</c:v>
                </c:pt>
                <c:pt idx="21">
                  <c:v>-41999789.56801314</c:v>
                </c:pt>
                <c:pt idx="22">
                  <c:v>-43999782.3590069</c:v>
                </c:pt>
                <c:pt idx="23">
                  <c:v>-45999775.594101585</c:v>
                </c:pt>
                <c:pt idx="24">
                  <c:v>-47999769.25355889</c:v>
                </c:pt>
                <c:pt idx="25">
                  <c:v>-49999763.31548765</c:v>
                </c:pt>
              </c:numCache>
            </c:numRef>
          </c:val>
          <c:smooth/>
        </c:ser>
        <c:marker val="1"/>
        <c:smooth val="0"/>
        <c:axId val="2118791784"/>
        <c:axId val="2140495176"/>
      </c:lineChart>
      <c:catAx>
        <c:axId val="2118791784"/>
        <c:scaling>
          <c:orientation val="minMax"/>
        </c:scaling>
        <c:delete val="0"/>
        <c:axPos val="b"/>
        <c:title>
          <c:tx>
            <c:rich>
              <a:bodyPr/>
              <a:lstStyle/>
              <a:p>
                <a:pPr>
                  <a:defRPr sz="1000"/>
                </a:pPr>
                <a:r>
                  <a:t>2026 Costs, Mln. RUB</a:t>
                </a:r>
              </a:p>
            </c:rich>
          </c:tx>
          <c:layout/>
          <c:overlay val="0"/>
        </c:title>
        <c:majorTickMark val="out"/>
        <c:minorTickMark val="none"/>
        <c:tickLblPos val="nextTo"/>
        <c:crossAx val="2140495176"/>
        <c:crosses val="autoZero"/>
        <c:auto val="1"/>
        <c:lblAlgn val="ctr"/>
        <c:lblOffset val="100"/>
        <c:noMultiLvlLbl val="0"/>
        <c:tickLblSkip val="40"/>
        <c:tickMarkSkip val="40"/>
      </c:catAx>
      <c:valAx>
        <c:axId val="2140495176"/>
        <c:scaling/>
        <c:delete val="0"/>
        <c:axPos val="l"/>
        <c:majorGridlines>
          <c:spPr>
            <a:ln>
              <a:solidFill>
                <a:srgbClr val="AAAAAA"/>
              </a:solidFill>
            </a:ln>
          </c:spPr>
        </c:majorGridlines>
        <c:title>
          <c:tx>
            <c:rich>
              <a:bodyPr/>
              <a:lstStyle/>
              <a:p>
                <a:pPr>
                  <a:defRPr sz="1000"/>
                </a:pPr>
                <a:r>
                  <a:t>Profit 2026, RUB</a:t>
                </a:r>
              </a:p>
            </c:rich>
          </c:tx>
          <c:layout/>
          <c:overlay val="0"/>
        </c:title>
        <c:majorTickMark val="out"/>
        <c:minorTickMark val="none"/>
        <c:tickLblPos val="nextTo"/>
        <c:crossAx val="2118791784"/>
        <c:crosses val="autoZero"/>
        <c:crossBetween val="midCat"/>
      </c:valAx>
    </c:plotArea>
    <c:plotVisOnly val="1"/>
    <c:dispBlanksAs val="gap"/>
    <c:showDLblsOverMax val="0"/>
  </c:chart>
  <c:txPr>
    <a:bodyPr/>
    <a:lstStyle/>
    <a:p>
      <a:pPr>
        <a:defRPr sz="1000">
          <a:latin typeface="Calibri"/>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PR</c:v>
                </c:pt>
              </c:strCache>
            </c:strRef>
          </c:tx>
          <c:spPr>
            <a:ln w="31750">
              <a:solidFill>
                <a:srgbClr val="573B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Sheet1!$B$2:$B$17</c:f>
              <c:numCache>
                <c:formatCode>General</c:formatCode>
                <c:ptCount val="16"/>
                <c:pt idx="0">
                  <c:v>#N/A</c:v>
                </c:pt>
                <c:pt idx="1">
                  <c:v>-3.5177751100156455e-05</c:v>
                </c:pt>
                <c:pt idx="2">
                  <c:v>-3.718009744526353e-05</c:v>
                </c:pt>
                <c:pt idx="3">
                  <c:v>-3.898277288419922e-05</c:v>
                </c:pt>
                <c:pt idx="4">
                  <c:v>-4.049908795587544e-05</c:v>
                </c:pt>
                <c:pt idx="5">
                  <c:v>-4.165855567474937e-05</c:v>
                </c:pt>
                <c:pt idx="6">
                  <c:v>-4.241812346710382e-05</c:v>
                </c:pt>
                <c:pt idx="7">
                  <c:v>-4.2768064801390986e-05</c:v>
                </c:pt>
                <c:pt idx="8">
                  <c:v>-4.273082570822589e-05</c:v>
                </c:pt>
                <c:pt idx="9">
                  <c:v>-4.23537827600691e-05</c:v>
                </c:pt>
                <c:pt idx="10">
                  <c:v>-4.169882397268229e-05</c:v>
                </c:pt>
                <c:pt idx="11">
                  <c:v>-4.0832020425706683e-05</c:v>
                </c:pt>
                <c:pt idx="12">
                  <c:v>-3.981566072628023e-05</c:v>
                </c:pt>
                <c:pt idx="13">
                  <c:v>-3.870347069374391e-05</c:v>
                </c:pt>
                <c:pt idx="14">
                  <c:v>-3.753870840079253e-05</c:v>
                </c:pt>
                <c:pt idx="15">
                  <c:v>-3.6354289015867104e-05</c:v>
                </c:pt>
              </c:numCache>
            </c:numRef>
          </c:val>
          <c:smooth/>
        </c:ser>
        <c:ser>
          <c:idx val="1"/>
          <c:order val="1"/>
          <c:tx>
            <c:strRef>
              <c:f>Sheet1!$C$1</c:f>
              <c:strCache>
                <c:ptCount val="1"/>
                <c:pt idx="0">
                  <c:v>TV</c:v>
                </c:pt>
              </c:strCache>
            </c:strRef>
          </c:tx>
          <c:spPr>
            <a:ln w="31750">
              <a:solidFill>
                <a:srgbClr val="005659"/>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Sheet1!$C$2:$C$202</c:f>
              <c:numCache>
                <c:formatCode>General</c:formatCode>
                <c:ptCount val="201"/>
                <c:pt idx="0">
                  <c:v>#N/A</c:v>
                </c:pt>
                <c:pt idx="1">
                  <c:v>-1.2985841132394852e-06</c:v>
                </c:pt>
                <c:pt idx="2">
                  <c:v>-1.299690818425006e-06</c:v>
                </c:pt>
                <c:pt idx="3">
                  <c:v>-1.3007893128936605e-06</c:v>
                </c:pt>
                <c:pt idx="4">
                  <c:v>-1.3018795444932039e-06</c:v>
                </c:pt>
                <c:pt idx="5">
                  <c:v>-1.3029614614657475e-06</c:v>
                </c:pt>
                <c:pt idx="6">
                  <c:v>-1.3040350124465476e-06</c:v>
                </c:pt>
                <c:pt idx="7">
                  <c:v>-1.305100146469028e-06</c:v>
                </c:pt>
                <c:pt idx="8">
                  <c:v>-1.3061568129724037e-06</c:v>
                </c:pt>
                <c:pt idx="9">
                  <c:v>-1.3072049618106879e-06</c:v>
                </c:pt>
                <c:pt idx="10">
                  <c:v>-1.3082445432599342e-06</c:v>
                </c:pt>
                <c:pt idx="11">
                  <c:v>-1.3092755080208669e-06</c:v>
                </c:pt>
                <c:pt idx="12">
                  <c:v>-1.3102978072371721e-06</c:v>
                </c:pt>
                <c:pt idx="13">
                  <c:v>-1.3113113924874387e-06</c:v>
                </c:pt>
                <c:pt idx="14">
                  <c:v>-1.3123162158065367e-06</c:v>
                </c:pt>
                <c:pt idx="15">
                  <c:v>-1.3133122296858345e-06</c:v>
                </c:pt>
                <c:pt idx="16">
                  <c:v>-1.3142993870774263e-06</c:v>
                </c:pt>
                <c:pt idx="17">
                  <c:v>-1.3152776414071387e-06</c:v>
                </c:pt>
                <c:pt idx="18">
                  <c:v>-1.3162469465795664e-06</c:v>
                </c:pt>
                <c:pt idx="19">
                  <c:v>-1.3172072569838124e-06</c:v>
                </c:pt>
                <c:pt idx="20">
                  <c:v>-1.3181585274982353e-06</c:v>
                </c:pt>
                <c:pt idx="21">
                  <c:v>-1.319100713503195e-06</c:v>
                </c:pt>
                <c:pt idx="22">
                  <c:v>-1.3200337708820537e-06</c:v>
                </c:pt>
                <c:pt idx="23">
                  <c:v>-1.320957656030457e-06</c:v>
                </c:pt>
                <c:pt idx="24">
                  <c:v>-1.32187232586269e-06</c:v>
                </c:pt>
                <c:pt idx="25">
                  <c:v>-1.3227777378167957e-06</c:v>
                </c:pt>
                <c:pt idx="26">
                  <c:v>-1.3236738498629934e-06</c:v>
                </c:pt>
                <c:pt idx="27">
                  <c:v>-1.3245606205075293e-06</c:v>
                </c:pt>
                <c:pt idx="28">
                  <c:v>-1.3254380088014192e-06</c:v>
                </c:pt>
                <c:pt idx="29">
                  <c:v>-1.3263059743448735e-06</c:v>
                </c:pt>
                <c:pt idx="30">
                  <c:v>-1.3271644772937482e-06</c:v>
                </c:pt>
                <c:pt idx="31">
                  <c:v>-1.3280134783659201e-06</c:v>
                </c:pt>
                <c:pt idx="32">
                  <c:v>-1.3288529388469214e-06</c:v>
                </c:pt>
                <c:pt idx="33">
                  <c:v>-1.3296828205958732e-06</c:v>
                </c:pt>
                <c:pt idx="34">
                  <c:v>-1.3305030860512275e-06</c:v>
                </c:pt>
                <c:pt idx="35">
                  <c:v>-1.331313698235525e-06</c:v>
                </c:pt>
                <c:pt idx="36">
                  <c:v>-1.3321146207625942e-06</c:v>
                </c:pt>
                <c:pt idx="37">
                  <c:v>-1.3329058178416155e-06</c:v>
                </c:pt>
                <c:pt idx="38">
                  <c:v>-1.333687254283225e-06</c:v>
                </c:pt>
                <c:pt idx="39">
                  <c:v>-1.3344588955041195e-06</c:v>
                </c:pt>
                <c:pt idx="40">
                  <c:v>-1.335220707533881e-06</c:v>
                </c:pt>
                <c:pt idx="41">
                  <c:v>-1.3359726570168988e-06</c:v>
                </c:pt>
                <c:pt idx="42">
                  <c:v>-1.3367147112205982e-06</c:v>
                </c:pt>
                <c:pt idx="43">
                  <c:v>-1.3374468380389709e-06</c:v>
                </c:pt>
                <c:pt idx="44">
                  <c:v>-1.3381690059966125e-06</c:v>
                </c:pt>
                <c:pt idx="45">
                  <c:v>-1.3388811842544884e-06</c:v>
                </c:pt>
                <c:pt idx="46">
                  <c:v>-1.3395833426136802e-06</c:v>
                </c:pt>
                <c:pt idx="47">
                  <c:v>-1.3402754515214412e-06</c:v>
                </c:pt>
                <c:pt idx="48">
                  <c:v>-1.3409574820724023e-06</c:v>
                </c:pt>
                <c:pt idx="49">
                  <c:v>-1.3416294060166086e-06</c:v>
                </c:pt>
                <c:pt idx="50">
                  <c:v>-1.3422911957606267e-06</c:v>
                </c:pt>
                <c:pt idx="51">
                  <c:v>-1.3429428243729418e-06</c:v>
                </c:pt>
                <c:pt idx="52">
                  <c:v>-1.3435842655870566e-06</c:v>
                </c:pt>
                <c:pt idx="53">
                  <c:v>-1.3442154938069816e-06</c:v>
                </c:pt>
                <c:pt idx="54">
                  <c:v>-1.3448364841082098e-06</c:v>
                </c:pt>
                <c:pt idx="55">
                  <c:v>-1.3454472122441405e-06</c:v>
                </c:pt>
                <c:pt idx="56">
                  <c:v>-1.3460476546466192e-06</c:v>
                </c:pt>
                <c:pt idx="57">
                  <c:v>-1.3466377884316516e-06</c:v>
                </c:pt>
                <c:pt idx="58">
                  <c:v>-1.3472175914013924e-06</c:v>
                </c:pt>
                <c:pt idx="59">
                  <c:v>-1.3477870420471645e-06</c:v>
                </c:pt>
                <c:pt idx="60">
                  <c:v>-1.3483461195531466e-06</c:v>
                </c:pt>
                <c:pt idx="61">
                  <c:v>-1.3488948037981469e-06</c:v>
                </c:pt>
                <c:pt idx="62">
                  <c:v>-1.349433075358848e-06</c:v>
                </c:pt>
                <c:pt idx="63">
                  <c:v>-1.349960915512629e-06</c:v>
                </c:pt>
                <c:pt idx="64">
                  <c:v>-1.3504783062394381e-06</c:v>
                </c:pt>
                <c:pt idx="65">
                  <c:v>-1.3509852302245025e-06</c:v>
                </c:pt>
                <c:pt idx="66">
                  <c:v>-1.3514816708603493e-06</c:v>
                </c:pt>
                <c:pt idx="67">
                  <c:v>-1.35196761224908e-06</c:v>
                </c:pt>
                <c:pt idx="68">
                  <c:v>-1.352443039203696e-06</c:v>
                </c:pt>
                <c:pt idx="69">
                  <c:v>-1.3529079372505743e-06</c:v>
                </c:pt>
                <c:pt idx="70">
                  <c:v>-1.3533622926302737e-06</c:v>
                </c:pt>
                <c:pt idx="71">
                  <c:v>-1.3538060923006335e-06</c:v>
                </c:pt>
                <c:pt idx="72">
                  <c:v>-1.354239323936781e-06</c:v>
                </c:pt>
                <c:pt idx="73">
                  <c:v>-1.3546619759326362e-06</c:v>
                </c:pt>
                <c:pt idx="74">
                  <c:v>-1.3550740374021925e-06</c:v>
                </c:pt>
                <c:pt idx="75">
                  <c:v>-1.3554754981807005e-06</c:v>
                </c:pt>
                <c:pt idx="76">
                  <c:v>-1.3558663488255612e-06</c:v>
                </c:pt>
                <c:pt idx="77">
                  <c:v>-1.3562465806170587e-06</c:v>
                </c:pt>
                <c:pt idx="78">
                  <c:v>-1.3566161855586614e-06</c:v>
                </c:pt>
                <c:pt idx="79">
                  <c:v>-1.3569751563775789e-06</c:v>
                </c:pt>
                <c:pt idx="80">
                  <c:v>-1.3573234865257292e-06</c:v>
                </c:pt>
                <c:pt idx="81">
                  <c:v>-1.3576611701789295e-06</c:v>
                </c:pt>
                <c:pt idx="82">
                  <c:v>-1.357988202238364e-06</c:v>
                </c:pt>
                <c:pt idx="83">
                  <c:v>-1.3583045783290514e-06</c:v>
                </c:pt>
                <c:pt idx="84">
                  <c:v>-1.3586102948006772e-06</c:v>
                </c:pt>
                <c:pt idx="85">
                  <c:v>-1.3589053487269077e-06</c:v>
                </c:pt>
                <c:pt idx="86">
                  <c:v>-1.3591897379052635e-06</c:v>
                </c:pt>
                <c:pt idx="87">
                  <c:v>-1.3594634608564137e-06</c:v>
                </c:pt>
                <c:pt idx="88">
                  <c:v>-1.3597265168229403e-06</c:v>
                </c:pt>
                <c:pt idx="89">
                  <c:v>-1.3599789057695764e-06</c:v>
                </c:pt>
                <c:pt idx="90">
                  <c:v>-1.3602206283813251e-06</c:v>
                </c:pt>
                <c:pt idx="91">
                  <c:v>-1.360451686063223e-06</c:v>
                </c:pt>
                <c:pt idx="92">
                  <c:v>-1.3606720809379034e-06</c:v>
                </c:pt>
                <c:pt idx="93">
                  <c:v>-1.3608818158461344e-06</c:v>
                </c:pt>
                <c:pt idx="94">
                  <c:v>-1.3610808943432973e-06</c:v>
                </c:pt>
                <c:pt idx="95">
                  <c:v>-1.3612693206991504e-06</c:v>
                </c:pt>
                <c:pt idx="96">
                  <c:v>-1.3614470998959405e-06</c:v>
                </c:pt>
                <c:pt idx="97">
                  <c:v>-1.3616142376260316e-06</c:v>
                </c:pt>
                <c:pt idx="98">
                  <c:v>-1.3617707402904207e-06</c:v>
                </c:pt>
                <c:pt idx="99">
                  <c:v>-1.361916614996682e-06</c:v>
                </c:pt>
                <c:pt idx="100">
                  <c:v>-1.362051869556235e-06</c:v>
                </c:pt>
                <c:pt idx="101">
                  <c:v>-1.3621765124829259e-06</c:v>
                </c:pt>
                <c:pt idx="102">
                  <c:v>-1.3622905529894115e-06</c:v>
                </c:pt>
                <c:pt idx="103">
                  <c:v>-1.3623940009858715e-06</c:v>
                </c:pt>
                <c:pt idx="104">
                  <c:v>-1.3624868670760686e-06</c:v>
                </c:pt>
                <c:pt idx="105">
                  <c:v>-1.3625691625554326e-06</c:v>
                </c:pt>
                <c:pt idx="106">
                  <c:v>-1.362640899408088e-06</c:v>
                </c:pt>
                <c:pt idx="107">
                  <c:v>-1.362702090303301e-06</c:v>
                </c:pt>
                <c:pt idx="108">
                  <c:v>-1.362752748592525e-06</c:v>
                </c:pt>
                <c:pt idx="109">
                  <c:v>-1.3627928883064787e-06</c:v>
                </c:pt>
                <c:pt idx="110">
                  <c:v>-1.3628225241515214e-06</c:v>
                </c:pt>
                <c:pt idx="111">
                  <c:v>-1.3628416715058978e-06</c:v>
                </c:pt>
                <c:pt idx="112">
                  <c:v>-1.3628503464165727e-06</c:v>
                </c:pt>
                <c:pt idx="113">
                  <c:v>-1.3628485655955264e-06</c:v>
                </c:pt>
                <c:pt idx="114">
                  <c:v>-1.3628363464154142e-06</c:v>
                </c:pt>
                <c:pt idx="115">
                  <c:v>-1.3628137069064668e-06</c:v>
                </c:pt>
                <c:pt idx="116">
                  <c:v>-1.3627806657515412e-06</c:v>
                </c:pt>
                <c:pt idx="117">
                  <c:v>-1.3627372422830438e-06</c:v>
                </c:pt>
                <c:pt idx="118">
                  <c:v>-1.3626834564773594e-06</c:v>
                </c:pt>
                <c:pt idx="119">
                  <c:v>-1.3626193289521263e-06</c:v>
                </c:pt>
                <c:pt idx="120">
                  <c:v>-1.3625448809603768e-06</c:v>
                </c:pt>
                <c:pt idx="121">
                  <c:v>-1.3624601343869495e-06</c:v>
                </c:pt>
                <c:pt idx="122">
                  <c:v>-1.3623651117435298e-06</c:v>
                </c:pt>
                <c:pt idx="123">
                  <c:v>-1.3622598361638133e-06</c:v>
                </c:pt>
                <c:pt idx="124">
                  <c:v>-1.3621443313990195e-06</c:v>
                </c:pt>
                <c:pt idx="125">
                  <c:v>-1.3620186218127492e-06</c:v>
                </c:pt>
                <c:pt idx="126">
                  <c:v>-1.3618827323760285e-06</c:v>
                </c:pt>
                <c:pt idx="127">
                  <c:v>-1.361736688662644e-06</c:v>
                </c:pt>
                <c:pt idx="128">
                  <c:v>-1.361580516843162e-06</c:v>
                </c:pt>
                <c:pt idx="129">
                  <c:v>-1.3614142436805803e-06</c:v>
                </c:pt>
                <c:pt idx="130">
                  <c:v>-1.3612378965244996e-06</c:v>
                </c:pt>
                <c:pt idx="131">
                  <c:v>-1.3610515033056757e-06</c:v>
                </c:pt>
                <c:pt idx="132">
                  <c:v>-1.3608550925310379e-06</c:v>
                </c:pt>
                <c:pt idx="133">
                  <c:v>-1.3606486932776191e-06</c:v>
                </c:pt>
                <c:pt idx="134">
                  <c:v>-1.3604323351870308e-06</c:v>
                </c:pt>
                <c:pt idx="135">
                  <c:v>-1.3602060484599658e-06</c:v>
                </c:pt>
                <c:pt idx="136">
                  <c:v>-1.3599698638504646e-06</c:v>
                </c:pt>
                <c:pt idx="137">
                  <c:v>-1.3597238126596335e-06</c:v>
                </c:pt>
                <c:pt idx="138">
                  <c:v>-1.359467926730218e-06</c:v>
                </c:pt>
                <c:pt idx="139">
                  <c:v>-1.3592022384404143e-06</c:v>
                </c:pt>
                <c:pt idx="140">
                  <c:v>-1.358926780697844e-06</c:v>
                </c:pt>
                <c:pt idx="141">
                  <c:v>-1.3586415869334209e-06</c:v>
                </c:pt>
                <c:pt idx="142">
                  <c:v>-1.3583466910953268e-06</c:v>
                </c:pt>
                <c:pt idx="143">
                  <c:v>-1.3580421276426272e-06</c:v>
                </c:pt>
                <c:pt idx="144">
                  <c:v>-1.357727931539153e-06</c:v>
                </c:pt>
                <c:pt idx="145">
                  <c:v>-1.3574041382470851e-06</c:v>
                </c:pt>
                <c:pt idx="146">
                  <c:v>-1.3570707837204518e-06</c:v>
                </c:pt>
                <c:pt idx="147">
                  <c:v>-1.3567279043991902e-06</c:v>
                </c:pt>
                <c:pt idx="148">
                  <c:v>-1.3563755372018244e-06</c:v>
                </c:pt>
                <c:pt idx="149">
                  <c:v>-1.3560137195198077e-06</c:v>
                </c:pt>
                <c:pt idx="150">
                  <c:v>-1.355642489210489e-06</c:v>
                </c:pt>
                <c:pt idx="151">
                  <c:v>-1.3552618845905037e-06</c:v>
                </c:pt>
                <c:pt idx="152">
                  <c:v>-1.3548719444292816e-06</c:v>
                </c:pt>
                <c:pt idx="153">
                  <c:v>-1.3544727079423349e-06</c:v>
                </c:pt>
                <c:pt idx="154">
                  <c:v>-1.3540642147840968e-06</c:v>
                </c:pt>
                <c:pt idx="155">
                  <c:v>-1.353646505042073e-06</c:v>
                </c:pt>
                <c:pt idx="156">
                  <c:v>-1.3532196192293038e-06</c:v>
                </c:pt>
                <c:pt idx="157">
                  <c:v>-1.3527835982773919e-06</c:v>
                </c:pt>
                <c:pt idx="158">
                  <c:v>-1.35233848353058e-06</c:v>
                </c:pt>
                <c:pt idx="159">
                  <c:v>-1.3518843167378078e-06</c:v>
                </c:pt>
                <c:pt idx="160">
                  <c:v>-1.3514211400463864e-06</c:v>
                </c:pt>
                <c:pt idx="161">
                  <c:v>-1.350948995995185e-06</c:v>
                </c:pt>
                <c:pt idx="162">
                  <c:v>-1.3504679275070367e-06</c:v>
                </c:pt>
                <c:pt idx="163">
                  <c:v>-1.3499779778823187e-06</c:v>
                </c:pt>
                <c:pt idx="164">
                  <c:v>-1.3494791907920532e-06</c:v>
                </c:pt>
                <c:pt idx="165">
                  <c:v>-1.3489716102701619e-06</c:v>
                </c:pt>
                <c:pt idx="166">
                  <c:v>-1.3484552807073111e-06</c:v>
                </c:pt>
                <c:pt idx="167">
                  <c:v>-1.3479302468432813e-06</c:v>
                </c:pt>
                <c:pt idx="168">
                  <c:v>-1.3473965537601717e-06</c:v>
                </c:pt>
                <c:pt idx="169">
                  <c:v>-1.3468542468753287e-06</c:v>
                </c:pt>
                <c:pt idx="170">
                  <c:v>-1.3463033719340541e-06</c:v>
                </c:pt>
                <c:pt idx="171">
                  <c:v>-1.3457439750030365e-06</c:v>
                </c:pt>
                <c:pt idx="172">
                  <c:v>-1.3451761024626161e-06</c:v>
                </c:pt>
                <c:pt idx="173">
                  <c:v>-1.3445998010002857e-06</c:v>
                </c:pt>
                <c:pt idx="174">
                  <c:v>-1.3440151176032853e-06</c:v>
                </c:pt>
                <c:pt idx="175">
                  <c:v>-1.34342209955166e-06</c:v>
                </c:pt>
                <c:pt idx="176">
                  <c:v>-1.3428207944110578e-06</c:v>
                </c:pt>
                <c:pt idx="177">
                  <c:v>-1.342211250025895e-06</c:v>
                </c:pt>
                <c:pt idx="178">
                  <c:v>-1.341593514512057e-06</c:v>
                </c:pt>
                <c:pt idx="179">
                  <c:v>-1.340967636249721e-06</c:v>
                </c:pt>
                <c:pt idx="180">
                  <c:v>-1.3403336638771483e-06</c:v>
                </c:pt>
                <c:pt idx="181">
                  <c:v>-1.339691646282427e-06</c:v>
                </c:pt>
                <c:pt idx="182">
                  <c:v>-1.3390416325973302e-06</c:v>
                </c:pt>
                <c:pt idx="183">
                  <c:v>-1.3383836721898218e-06</c:v>
                </c:pt>
                <c:pt idx="184">
                  <c:v>-1.3377178146576783e-06</c:v>
                </c:pt>
                <c:pt idx="185">
                  <c:v>-1.3370441098207045e-06</c:v>
                </c:pt>
                <c:pt idx="186">
                  <c:v>-1.3363626077144907e-06</c:v>
                </c:pt>
                <c:pt idx="187">
                  <c:v>-1.3356733585831262e-06</c:v>
                </c:pt>
                <c:pt idx="188">
                  <c:v>-1.3349764128721059e-06</c:v>
                </c:pt>
                <c:pt idx="189">
                  <c:v>-1.3342718212220004e-06</c:v>
                </c:pt>
                <c:pt idx="190">
                  <c:v>-1.3335596344612176e-06</c:v>
                </c:pt>
                <c:pt idx="191">
                  <c:v>-1.3328399035991038e-06</c:v>
                </c:pt>
                <c:pt idx="192">
                  <c:v>-1.3321126798193746e-06</c:v>
                </c:pt>
                <c:pt idx="193">
                  <c:v>-1.3313780144731098e-06</c:v>
                </c:pt>
                <c:pt idx="194">
                  <c:v>-1.3306359590721898e-06</c:v>
                </c:pt>
                <c:pt idx="195">
                  <c:v>-1.329886565282523e-06</c:v>
                </c:pt>
                <c:pt idx="196">
                  <c:v>-1.329129884917221e-06</c:v>
                </c:pt>
                <c:pt idx="197">
                  <c:v>-1.3283659699302035e-06</c:v>
                </c:pt>
                <c:pt idx="198">
                  <c:v>-1.3275948724091877e-06</c:v>
                </c:pt>
                <c:pt idx="199">
                  <c:v>-1.3268166445696948e-06</c:v>
                </c:pt>
                <c:pt idx="200">
                  <c:v>-1.3260313387478164e-06</c:v>
                </c:pt>
              </c:numCache>
            </c:numRef>
          </c:val>
          <c:smooth/>
        </c:ser>
        <c:ser>
          <c:idx val="2"/>
          <c:order val="2"/>
          <c:tx>
            <c:strRef>
              <c:f>Sheet1!$D$1</c:f>
              <c:strCache>
                <c:ptCount val="1"/>
                <c:pt idx="0">
                  <c:v>bdg_dgt_display</c:v>
                </c:pt>
              </c:strCache>
            </c:strRef>
          </c:tx>
          <c:spPr>
            <a:ln w="31750">
              <a:solidFill>
                <a:srgbClr val="0000DD"/>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Sheet1!$D$2:$D$52</c:f>
              <c:numCache>
                <c:formatCode>General</c:formatCode>
                <c:ptCount val="51"/>
                <c:pt idx="0">
                  <c:v>#N/A</c:v>
                </c:pt>
                <c:pt idx="1">
                  <c:v>1.2173700531267969e-05</c:v>
                </c:pt>
                <c:pt idx="2">
                  <c:v>1.349186869381083e-05</c:v>
                </c:pt>
                <c:pt idx="3">
                  <c:v>1.1853650333558713e-05</c:v>
                </c:pt>
                <c:pt idx="4">
                  <c:v>1.0027101717849291e-05</c:v>
                </c:pt>
                <c:pt idx="5">
                  <c:v>8.500489954077057e-06</c:v>
                </c:pt>
                <c:pt idx="6">
                  <c:v>7.278059236647096e-06</c:v>
                </c:pt>
                <c:pt idx="7">
                  <c:v>6.31456010112119e-06</c:v>
                </c:pt>
                <c:pt idx="8">
                  <c:v>5.554760826792517e-06</c:v>
                </c:pt>
                <c:pt idx="9">
                  <c:v>4.949002114589449e-06</c:v>
                </c:pt>
                <c:pt idx="10">
                  <c:v>4.458558911430737e-06</c:v>
                </c:pt>
                <c:pt idx="11">
                  <c:v>4.054985327165262e-06</c:v>
                </c:pt>
                <c:pt idx="12">
                  <c:v>3.7177620795913145e-06</c:v>
                </c:pt>
                <c:pt idx="13">
                  <c:v>3.4320560361727705e-06</c:v>
                </c:pt>
                <c:pt idx="14">
                  <c:v>3.187019607796953e-06</c:v>
                </c:pt>
                <c:pt idx="15">
                  <c:v>2.974596105555247e-06</c:v>
                </c:pt>
                <c:pt idx="16">
                  <c:v>2.7887018398332658e-06</c:v>
                </c:pt>
                <c:pt idx="17">
                  <c:v>2.624667862471303e-06</c:v>
                </c:pt>
                <c:pt idx="18">
                  <c:v>2.4788559597388183e-06</c:v>
                </c:pt>
                <c:pt idx="19">
                  <c:v>2.3483910744758566e-06</c:v>
                </c:pt>
                <c:pt idx="20">
                  <c:v>2.230972020130503e-06</c:v>
                </c:pt>
                <c:pt idx="21">
                  <c:v>2.1247354625496277e-06</c:v>
                </c:pt>
                <c:pt idx="22">
                  <c:v>2.028156662468642e-06</c:v>
                </c:pt>
                <c:pt idx="23">
                  <c:v>1.939975972934917e-06</c:v>
                </c:pt>
                <c:pt idx="24">
                  <c:v>1.8591436551747998e-06</c:v>
                </c:pt>
                <c:pt idx="25">
                  <c:v>1.7847779149533017e-06</c:v>
                </c:pt>
                <c:pt idx="26">
                  <c:v>1.7161326130170402e-06</c:v>
                </c:pt>
                <c:pt idx="27">
                  <c:v>1.6525721469011774e-06</c:v>
                </c:pt>
                <c:pt idx="28">
                  <c:v>1.5935517135130793e-06</c:v>
                </c:pt>
                <c:pt idx="29">
                  <c:v>1.5386016546055606e-06</c:v>
                </c:pt>
                <c:pt idx="30">
                  <c:v>1.4873149328603177e-06</c:v>
                </c:pt>
                <c:pt idx="31">
                  <c:v>1.4393370318312888e-06</c:v>
                </c:pt>
                <c:pt idx="32">
                  <c:v>1.3943577495997488e-06</c:v>
                </c:pt>
                <c:pt idx="33">
                  <c:v>1.3521044844656541e-06</c:v>
                </c:pt>
                <c:pt idx="34">
                  <c:v>1.312336705513136e-06</c:v>
                </c:pt>
                <c:pt idx="35">
                  <c:v>1.274841371070943e-06</c:v>
                </c:pt>
                <c:pt idx="36">
                  <c:v>1.2394291107636187e-06</c:v>
                </c:pt>
                <c:pt idx="37">
                  <c:v>1.2059310266893197e-06</c:v>
                </c:pt>
                <c:pt idx="38">
                  <c:v>1.1741959996711797e-06</c:v>
                </c:pt>
                <c:pt idx="39">
                  <c:v>1.1440884099360211e-06</c:v>
                </c:pt>
                <c:pt idx="40">
                  <c:v>1.1154861996876207e-06</c:v>
                </c:pt>
                <c:pt idx="41">
                  <c:v>1.088279219207435e-06</c:v>
                </c:pt>
                <c:pt idx="42">
                  <c:v>1.0623678092263054e-06</c:v>
                </c:pt>
                <c:pt idx="43">
                  <c:v>1.0376615811047635e-06</c:v>
                </c:pt>
                <c:pt idx="44">
                  <c:v>1.0140783633523824e-06</c:v>
                </c:pt>
                <c:pt idx="45">
                  <c:v>9.915432886112184e-07</c:v>
                </c:pt>
                <c:pt idx="46">
                  <c:v>9.699879997283658e-07</c:v>
                </c:pt>
                <c:pt idx="47">
                  <c:v>9.493499571809538e-07</c:v>
                </c:pt>
                <c:pt idx="48">
                  <c:v>9.295718330730173e-07</c:v>
                </c:pt>
                <c:pt idx="49">
                  <c:v>9.106009793368332e-07</c:v>
                </c:pt>
                <c:pt idx="50">
                  <c:v>8.923889597500966e-07</c:v>
                </c:pt>
              </c:numCache>
            </c:numRef>
          </c:val>
          <c:smooth/>
        </c:ser>
        <c:ser>
          <c:idx val="3"/>
          <c:order val="3"/>
          <c:tx>
            <c:strRef>
              <c:f>Sheet1!$E$1</c:f>
              <c:strCache>
                <c:ptCount val="1"/>
                <c:pt idx="0">
                  <c:v>bdg_dgt_special</c:v>
                </c:pt>
              </c:strCache>
            </c:strRef>
          </c:tx>
          <c:spPr>
            <a:ln w="31750">
              <a:solidFill>
                <a:srgbClr val="00FDCF"/>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Sheet1!$E$2:$E$52</c:f>
              <c:numCache>
                <c:formatCode>General</c:formatCode>
                <c:ptCount val="51"/>
                <c:pt idx="0">
                  <c:v>#N/A</c:v>
                </c:pt>
                <c:pt idx="1">
                  <c:v>2.8863929741492028e-05</c:v>
                </c:pt>
                <c:pt idx="2">
                  <c:v>3.0360977297474166e-05</c:v>
                </c:pt>
                <c:pt idx="3">
                  <c:v>3.1496100073554164e-05</c:v>
                </c:pt>
                <c:pt idx="4">
                  <c:v>3.219260400216262e-05</c:v>
                </c:pt>
                <c:pt idx="5">
                  <c:v>3.242721581106453e-05</c:v>
                </c:pt>
                <c:pt idx="6">
                  <c:v>3.223174491724785e-05</c:v>
                </c:pt>
                <c:pt idx="7">
                  <c:v>3.1678717005934494e-05</c:v>
                </c:pt>
                <c:pt idx="8">
                  <c:v>3.0859377027091795e-05</c:v>
                </c:pt>
                <c:pt idx="9">
                  <c:v>2.9863769383836672e-05</c:v>
                </c:pt>
                <c:pt idx="10">
                  <c:v>2.8768305924750894e-05</c:v>
                </c:pt>
                <c:pt idx="11">
                  <c:v>2.763112672645961e-05</c:v>
                </c:pt>
                <c:pt idx="12">
                  <c:v>2.6492788662872652e-05</c:v>
                </c:pt>
                <c:pt idx="13">
                  <c:v>2.5379478733631773e-05</c:v>
                </c:pt>
                <c:pt idx="14">
                  <c:v>2.430678499424695e-05</c:v>
                </c:pt>
                <c:pt idx="15">
                  <c:v>2.3283024682747783e-05</c:v>
                </c:pt>
                <c:pt idx="16">
                  <c:v>2.231180040071922e-05</c:v>
                </c:pt>
                <c:pt idx="17">
                  <c:v>2.139380308868225e-05</c:v>
                </c:pt>
                <c:pt idx="18">
                  <c:v>2.052801118811476e-05</c:v>
                </c:pt>
                <c:pt idx="19">
                  <c:v>1.971245380064494e-05</c:v>
                </c:pt>
                <c:pt idx="20">
                  <c:v>1.8944679303911106e-05</c:v>
                </c:pt>
                <c:pt idx="21">
                  <c:v>1.822203417961247e-05</c:v>
                </c:pt>
                <c:pt idx="22">
                  <c:v>1.7541823922328726e-05</c:v>
                </c:pt>
                <c:pt idx="23">
                  <c:v>1.690140283421225e-05</c:v>
                </c:pt>
                <c:pt idx="24">
                  <c:v>1.6298222013877723e-05</c:v>
                </c:pt>
                <c:pt idx="25">
                  <c:v>1.5729853312104243e-05</c:v>
                </c:pt>
                <c:pt idx="26">
                  <c:v>1.5193999735662287e-05</c:v>
                </c:pt>
                <c:pt idx="27">
                  <c:v>1.468849832764762e-05</c:v>
                </c:pt>
                <c:pt idx="28">
                  <c:v>1.4211318914525432e-05</c:v>
                </c:pt>
                <c:pt idx="29">
                  <c:v>1.3760560591108767e-05</c:v>
                </c:pt>
                <c:pt idx="30">
                  <c:v>1.3334446964340652e-05</c:v>
                </c:pt>
                <c:pt idx="31">
                  <c:v>1.2931320713922398e-05</c:v>
                </c:pt>
                <c:pt idx="32">
                  <c:v>1.254963778270644e-05</c:v>
                </c:pt>
                <c:pt idx="33">
                  <c:v>1.218796138281433e-05</c:v>
                </c:pt>
                <c:pt idx="34">
                  <c:v>1.1844955938294707e-05</c:v>
                </c:pt>
                <c:pt idx="35">
                  <c:v>1.1519381050742232e-05</c:v>
                </c:pt>
                <c:pt idx="36">
                  <c:v>1.1210085554524185e-05</c:v>
                </c:pt>
                <c:pt idx="37">
                  <c:v>1.0916001714971129e-05</c:v>
                </c:pt>
                <c:pt idx="38">
                  <c:v>1.0636139612350043e-05</c:v>
                </c:pt>
                <c:pt idx="39">
                  <c:v>1.0369581745209685e-05</c:v>
                </c:pt>
                <c:pt idx="40">
                  <c:v>1.0115477878223283e-05</c:v>
                </c:pt>
                <c:pt idx="41">
                  <c:v>9.873040151980204e-06</c:v>
                </c:pt>
                <c:pt idx="42">
                  <c:v>9.641538465305313e-06</c:v>
                </c:pt>
                <c:pt idx="43">
                  <c:v>9.420296134767976e-06</c:v>
                </c:pt>
                <c:pt idx="44">
                  <c:v>9.208685831042947e-06</c:v>
                </c:pt>
                <c:pt idx="45">
                  <c:v>9.006125787756496e-06</c:v>
                </c:pt>
                <c:pt idx="46">
                  <c:v>8.81207627525984e-06</c:v>
                </c:pt>
                <c:pt idx="47">
                  <c:v>8.626036329391818e-06</c:v>
                </c:pt>
                <c:pt idx="48">
                  <c:v>8.447540723591222e-06</c:v>
                </c:pt>
                <c:pt idx="49">
                  <c:v>8.276157171571775e-06</c:v>
                </c:pt>
                <c:pt idx="50">
                  <c:v>8.111483747154561e-06</c:v>
                </c:pt>
              </c:numCache>
            </c:numRef>
          </c:val>
          <c:smooth/>
        </c:ser>
        <c:ser>
          <c:idx val="4"/>
          <c:order val="4"/>
          <c:tx>
            <c:strRef>
              <c:f>Sheet1!$F$1</c:f>
              <c:strCache>
                <c:ptCount val="1"/>
                <c:pt idx="0">
                  <c:v>bdg_dgt_video</c:v>
                </c:pt>
              </c:strCache>
            </c:strRef>
          </c:tx>
          <c:spPr>
            <a:ln w="31750">
              <a:solidFill>
                <a:srgbClr val="A17569"/>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Sheet1!$F$2:$F$52</c:f>
              <c:numCache>
                <c:formatCode>General</c:formatCode>
                <c:ptCount val="51"/>
                <c:pt idx="0">
                  <c:v>#N/A</c:v>
                </c:pt>
                <c:pt idx="1">
                  <c:v>-7.247382697393914e-05</c:v>
                </c:pt>
                <c:pt idx="2">
                  <c:v>-8.110997533952105e-05</c:v>
                </c:pt>
                <c:pt idx="3">
                  <c:v>-8.846992548221655e-05</c:v>
                </c:pt>
                <c:pt idx="4">
                  <c:v>-9.355853005977224e-05</c:v>
                </c:pt>
                <c:pt idx="5">
                  <c:v>-9.589862745210558e-05</c:v>
                </c:pt>
                <c:pt idx="6">
                  <c:v>-9.568662785036941e-05</c:v>
                </c:pt>
                <c:pt idx="7">
                  <c:v>-9.356662719535338e-05</c:v>
                </c:pt>
                <c:pt idx="8">
                  <c:v>-9.027314611379279e-05</c:v>
                </c:pt>
                <c:pt idx="9">
                  <c:v>-8.639872921910945e-05</c:v>
                </c:pt>
                <c:pt idx="10">
                  <c:v>-8.23334613804298e-05</c:v>
                </c:pt>
                <c:pt idx="11">
                  <c:v>-7.830014283284387e-05</c:v>
                </c:pt>
                <c:pt idx="12">
                  <c:v>-7.441195074770561e-05</c:v>
                </c:pt>
                <c:pt idx="13">
                  <c:v>-7.071943341717158e-05</c:v>
                </c:pt>
                <c:pt idx="14">
                  <c:v>-6.724054927619987e-05</c:v>
                </c:pt>
                <c:pt idx="15">
                  <c:v>-6.397741065312293e-05</c:v>
                </c:pt>
                <c:pt idx="16">
                  <c:v>-6.092477335442345e-05</c:v>
                </c:pt>
                <c:pt idx="17">
                  <c:v>-5.80740436111891e-05</c:v>
                </c:pt>
                <c:pt idx="18">
                  <c:v>-5.5415084068025155e-05</c:v>
                </c:pt>
                <c:pt idx="19">
                  <c:v>-5.293703336520067e-05</c:v>
                </c:pt>
                <c:pt idx="20">
                  <c:v>-5.0628720910611084e-05</c:v>
                </c:pt>
                <c:pt idx="21">
                  <c:v>-4.8478925803500586e-05</c:v>
                </c:pt>
                <c:pt idx="22">
                  <c:v>-4.647657196041671e-05</c:v>
                </c:pt>
                <c:pt idx="23">
                  <c:v>-4.4610886293312194e-05</c:v>
                </c:pt>
                <c:pt idx="24">
                  <c:v>-4.287152456962334e-05</c:v>
                </c:pt>
                <c:pt idx="25">
                  <c:v>-4.1248664988751695e-05</c:v>
                </c:pt>
                <c:pt idx="26">
                  <c:v>-3.9733070666055236e-05</c:v>
                </c:pt>
                <c:pt idx="27">
                  <c:v>-3.8316124260612586e-05</c:v>
                </c:pt>
                <c:pt idx="28">
                  <c:v>-3.6989839342009356e-05</c:v>
                </c:pt>
                <c:pt idx="29">
                  <c:v>-3.5746853545569544e-05</c:v>
                </c:pt>
                <c:pt idx="30">
                  <c:v>-3.45804083415894e-05</c:v>
                </c:pt>
                <c:pt idx="31">
                  <c:v>-3.3484319635866176e-05</c:v>
                </c:pt>
                <c:pt idx="32">
                  <c:v>-3.245294265858229e-05</c:v>
                </c:pt>
                <c:pt idx="33">
                  <c:v>-3.148113383541182e-05</c:v>
                </c:pt>
                <c:pt idx="34">
                  <c:v>-3.056421164875963e-05</c:v>
                </c:pt>
                <c:pt idx="35">
                  <c:v>-2.9697917921547197e-05</c:v>
                </c:pt>
                <c:pt idx="36">
                  <c:v>-2.8878380495972224e-05</c:v>
                </c:pt>
                <c:pt idx="37">
                  <c:v>-2.8102077925731145e-05</c:v>
                </c:pt>
                <c:pt idx="38">
                  <c:v>-2.7365806536459882e-05</c:v>
                </c:pt>
                <c:pt idx="39">
                  <c:v>-2.6666650018566146e-05</c:v>
                </c:pt>
                <c:pt idx="40">
                  <c:v>-2.6001951583246408e-05</c:v>
                </c:pt>
                <c:pt idx="41">
                  <c:v>-2.5369288622620287e-05</c:v>
                </c:pt>
                <c:pt idx="42">
                  <c:v>-2.4766449757351353e-05</c:v>
                </c:pt>
                <c:pt idx="43">
                  <c:v>-2.4191414121020793e-05</c:v>
                </c:pt>
                <c:pt idx="44">
                  <c:v>-2.3642332713099677e-05</c:v>
                </c:pt>
                <c:pt idx="45">
                  <c:v>-2.3117511646426608e-05</c:v>
                </c:pt>
                <c:pt idx="46">
                  <c:v>-2.2615397116954188e-05</c:v>
                </c:pt>
                <c:pt idx="47">
                  <c:v>-2.2134561930312013e-05</c:v>
                </c:pt>
                <c:pt idx="48">
                  <c:v>-2.1673693429542862e-05</c:v>
                </c:pt>
                <c:pt idx="49">
                  <c:v>-2.1231582679783116e-05</c:v>
                </c:pt>
                <c:pt idx="50">
                  <c:v>-2.0807114777730166e-05</c:v>
                </c:pt>
              </c:numCache>
            </c:numRef>
          </c:val>
          <c:smooth/>
        </c:ser>
        <c:ser>
          <c:idx val="5"/>
          <c:order val="5"/>
          <c:tx>
            <c:strRef>
              <c:f>Sheet1!$G$1</c:f>
              <c:strCache>
                <c:ptCount val="1"/>
                <c:pt idx="0">
                  <c:v>bdg_ecom</c:v>
                </c:pt>
              </c:strCache>
            </c:strRef>
          </c:tx>
          <c:spPr>
            <a:ln w="31750">
              <a:solidFill>
                <a:srgbClr val="BCB6FF"/>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Sheet1!$G$2:$G$17</c:f>
              <c:numCache>
                <c:formatCode>General</c:formatCode>
                <c:ptCount val="16"/>
                <c:pt idx="0">
                  <c:v>#N/A</c:v>
                </c:pt>
                <c:pt idx="1">
                  <c:v>0.0002564045633119968</c:v>
                </c:pt>
                <c:pt idx="2">
                  <c:v>0.0002868484950193124</c:v>
                </c:pt>
                <c:pt idx="3">
                  <c:v>0.000284484894660464</c:v>
                </c:pt>
                <c:pt idx="4">
                  <c:v>0.0002631371618809917</c:v>
                </c:pt>
                <c:pt idx="5">
                  <c:v>0.00023760349802310374</c:v>
                </c:pt>
                <c:pt idx="6">
                  <c:v>0.00021365938270384018</c:v>
                </c:pt>
                <c:pt idx="7">
                  <c:v>0.0001924804075289659</c:v>
                </c:pt>
                <c:pt idx="8">
                  <c:v>0.0001740211846762122</c:v>
                </c:pt>
                <c:pt idx="9">
                  <c:v>0.00015802065433513456</c:v>
                </c:pt>
                <c:pt idx="10">
                  <c:v>0.0001441897034457761</c:v>
                </c:pt>
                <c:pt idx="11">
                  <c:v>0.00013224058749137675</c:v>
                </c:pt>
                <c:pt idx="12">
                  <c:v>0.00012190048723941618</c:v>
                </c:pt>
                <c:pt idx="13">
                  <c:v>0.00011292234863661165</c:v>
                </c:pt>
                <c:pt idx="14">
                  <c:v>0.00010509068622854206</c:v>
                </c:pt>
                <c:pt idx="15">
                  <c:v>9.82224792863383e-05</c:v>
                </c:pt>
              </c:numCache>
            </c:numRef>
          </c:val>
          <c:smooth/>
        </c:ser>
        <c:ser>
          <c:idx val="6"/>
          <c:order val="6"/>
          <c:tx>
            <c:strRef>
              <c:f>Sheet1!$H$1</c:f>
              <c:strCache>
                <c:ptCount val="1"/>
                <c:pt idx="0">
                  <c:v>bdg_ooh</c:v>
                </c:pt>
              </c:strCache>
            </c:strRef>
          </c:tx>
          <c:spPr>
            <a:ln w="31750">
              <a:solidFill>
                <a:srgbClr val="95B577"/>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Sheet1!$H$2:$H$52</c:f>
              <c:numCache>
                <c:formatCode>General</c:formatCode>
                <c:ptCount val="51"/>
                <c:pt idx="0">
                  <c:v>#N/A</c:v>
                </c:pt>
                <c:pt idx="1">
                  <c:v>0.00022591115986809017</c:v>
                </c:pt>
                <c:pt idx="2">
                  <c:v>0.00023755299264205677</c:v>
                </c:pt>
                <c:pt idx="3">
                  <c:v>0.00021918040304790337</c:v>
                </c:pt>
                <c:pt idx="4">
                  <c:v>0.0001924670164764375</c:v>
                </c:pt>
                <c:pt idx="5">
                  <c:v>0.00016775158511432383</c:v>
                </c:pt>
                <c:pt idx="6">
                  <c:v>0.00014692769519877158</c:v>
                </c:pt>
                <c:pt idx="7">
                  <c:v>0.0001297055432569094</c:v>
                </c:pt>
                <c:pt idx="8">
                  <c:v>0.00011548820817623618</c:v>
                </c:pt>
                <c:pt idx="9">
                  <c:v>0.00010371351006408561</c:v>
                </c:pt>
                <c:pt idx="10">
                  <c:v>9.390295117867426e-05</c:v>
                </c:pt>
                <c:pt idx="11">
                  <c:v>8.566461023950118e-05</c:v>
                </c:pt>
                <c:pt idx="12">
                  <c:v>7.868519260091853e-05</c:v>
                </c:pt>
                <c:pt idx="13">
                  <c:v>7.271794402805916e-05</c:v>
                </c:pt>
                <c:pt idx="14">
                  <c:v>6.756986267754161e-05</c:v>
                </c:pt>
                <c:pt idx="15">
                  <c:v>6.30901384732099e-05</c:v>
                </c:pt>
                <c:pt idx="16">
                  <c:v>5.916055883278341e-05</c:v>
                </c:pt>
                <c:pt idx="17">
                  <c:v>5.568792230214304e-05</c:v>
                </c:pt>
                <c:pt idx="18">
                  <c:v>5.259819904611343e-05</c:v>
                </c:pt>
                <c:pt idx="19">
                  <c:v>4.983209765565085e-05</c:v>
                </c:pt>
                <c:pt idx="20">
                  <c:v>4.734171843956938e-05</c:v>
                </c:pt>
                <c:pt idx="21">
                  <c:v>4.508802785053177e-05</c:v>
                </c:pt>
                <c:pt idx="22">
                  <c:v>4.30389468096612e-05</c:v>
                </c:pt>
                <c:pt idx="23">
                  <c:v>4.116789617272899e-05</c:v>
                </c:pt>
                <c:pt idx="24">
                  <c:v>3.9452682742738946e-05</c:v>
                </c:pt>
                <c:pt idx="25">
                  <c:v>3.787463979392574e-05</c:v>
                </c:pt>
                <c:pt idx="26">
                  <c:v>3.641795877784926e-05</c:v>
                </c:pt>
                <c:pt idx="27">
                  <c:v>3.5069165543743345e-05</c:v>
                </c:pt>
                <c:pt idx="28">
                  <c:v>3.381670656396507e-05</c:v>
                </c:pt>
                <c:pt idx="29">
                  <c:v>3.265061951779127e-05</c:v>
                </c:pt>
                <c:pt idx="30">
                  <c:v>3.156226905772904e-05</c:v>
                </c:pt>
                <c:pt idx="31">
                  <c:v>3.054413332460113e-05</c:v>
                </c:pt>
                <c:pt idx="32">
                  <c:v>2.9589630270120095e-05</c:v>
                </c:pt>
                <c:pt idx="33">
                  <c:v>2.8692975432925088e-05</c:v>
                </c:pt>
                <c:pt idx="34">
                  <c:v>2.7849064743017473e-05</c:v>
                </c:pt>
                <c:pt idx="35">
                  <c:v>2.7053377377447864e-05</c:v>
                </c:pt>
                <c:pt idx="36">
                  <c:v>2.6301894784492107e-05</c:v>
                </c:pt>
                <c:pt idx="37">
                  <c:v>2.5591032826496844e-05</c:v>
                </c:pt>
                <c:pt idx="38">
                  <c:v>2.491758462992661e-05</c:v>
                </c:pt>
                <c:pt idx="39">
                  <c:v>2.427867222370267e-05</c:v>
                </c:pt>
                <c:pt idx="40">
                  <c:v>2.36717054295279e-05</c:v>
                </c:pt>
                <c:pt idx="41">
                  <c:v>2.3094346766977494e-05</c:v>
                </c:pt>
                <c:pt idx="42">
                  <c:v>2.254448137142407e-05</c:v>
                </c:pt>
                <c:pt idx="43">
                  <c:v>2.2020191109046336e-05</c:v>
                </c:pt>
                <c:pt idx="44">
                  <c:v>2.1519732221380268e-05</c:v>
                </c:pt>
                <c:pt idx="45">
                  <c:v>2.1041515950461165e-05</c:v>
                </c:pt>
                <c:pt idx="46">
                  <c:v>2.0584091691047355e-05</c:v>
                </c:pt>
                <c:pt idx="47">
                  <c:v>2.014613229358037e-05</c:v>
                </c:pt>
                <c:pt idx="48">
                  <c:v>1.9726421204252955e-05</c:v>
                </c:pt>
                <c:pt idx="49">
                  <c:v>1.9323841179745706e-05</c:v>
                </c:pt>
                <c:pt idx="50">
                  <c:v>1.8937364356190372e-05</c:v>
                </c:pt>
              </c:numCache>
            </c:numRef>
          </c:val>
          <c:smooth/>
        </c:ser>
        <c:ser>
          <c:idx val="7"/>
          <c:order val="7"/>
          <c:tx>
            <c:strRef>
              <c:f>Sheet1!$I$1</c:f>
              <c:strCache>
                <c:ptCount val="1"/>
                <c:pt idx="0">
                  <c:v>bdg_pos</c:v>
                </c:pt>
              </c:strCache>
            </c:strRef>
          </c:tx>
          <c:spPr>
            <a:ln w="31750">
              <a:solidFill>
                <a:srgbClr val="BF03B8"/>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Sheet1!$I$2:$I$27</c:f>
              <c:numCache>
                <c:formatCode>General</c:formatCode>
                <c:ptCount val="26"/>
                <c:pt idx="0">
                  <c:v>#N/A</c:v>
                </c:pt>
                <c:pt idx="1">
                  <c:v>4.147661563081783e-06</c:v>
                </c:pt>
                <c:pt idx="2">
                  <c:v>4.285729678631469e-06</c:v>
                </c:pt>
                <c:pt idx="3">
                  <c:v>4.420243235976765e-06</c:v>
                </c:pt>
                <c:pt idx="4">
                  <c:v>4.5495428640169846e-06</c:v>
                </c:pt>
                <c:pt idx="5">
                  <c:v>4.671933658883791e-06</c:v>
                </c:pt>
                <c:pt idx="6">
                  <c:v>4.785749977561257e-06</c:v>
                </c:pt>
                <c:pt idx="7">
                  <c:v>4.889426136327009e-06</c:v>
                </c:pt>
                <c:pt idx="8">
                  <c:v>4.981567467007153e-06</c:v>
                </c:pt>
                <c:pt idx="9">
                  <c:v>5.061015434209872e-06</c:v>
                </c:pt>
                <c:pt idx="10">
                  <c:v>5.126900639654195e-06</c:v>
                </c:pt>
                <c:pt idx="11">
                  <c:v>5.17867861417273e-06</c:v>
                </c:pt>
                <c:pt idx="12">
                  <c:v>5.2161451902272045e-06</c:v>
                </c:pt>
                <c:pt idx="13">
                  <c:v>5.23943063144487e-06</c:v>
                </c:pt>
                <c:pt idx="14">
                  <c:v>5.2489741310845215e-06</c:v>
                </c:pt>
                <c:pt idx="15">
                  <c:v>5.2454823421581145e-06</c:v>
                </c:pt>
                <c:pt idx="16">
                  <c:v>5.229876946084005e-06</c:v>
                </c:pt>
                <c:pt idx="17">
                  <c:v>5.203236764322569e-06</c:v>
                </c:pt>
                <c:pt idx="18">
                  <c:v>5.166739618640551e-06</c:v>
                </c:pt>
                <c:pt idx="19">
                  <c:v>5.121608244802414e-06</c:v>
                </c:pt>
                <c:pt idx="20">
                  <c:v>5.069063326430842e-06</c:v>
                </c:pt>
                <c:pt idx="21">
                  <c:v>5.010285401389063e-06</c:v>
                </c:pt>
                <c:pt idx="22">
                  <c:v>4.9463862068825456e-06</c:v>
                </c:pt>
                <c:pt idx="23">
                  <c:v>4.8783890959473315e-06</c:v>
                </c:pt>
                <c:pt idx="24">
                  <c:v>4.807217523098492e-06</c:v>
                </c:pt>
                <c:pt idx="25">
                  <c:v>4.733690246908518e-06</c:v>
                </c:pt>
              </c:numCache>
            </c:numRef>
          </c:val>
          <c:smooth/>
        </c:ser>
        <c:marker val="1"/>
        <c:smooth val="0"/>
        <c:axId val="2118791784"/>
        <c:axId val="2140495176"/>
      </c:lineChart>
      <c:catAx>
        <c:axId val="2118791784"/>
        <c:scaling>
          <c:orientation val="minMax"/>
        </c:scaling>
        <c:delete val="0"/>
        <c:axPos val="b"/>
        <c:title>
          <c:tx>
            <c:rich>
              <a:bodyPr/>
              <a:lstStyle/>
              <a:p>
                <a:pPr>
                  <a:defRPr sz="1000"/>
                </a:pPr>
                <a:r>
                  <a:t>2026 Costs, Mln. RUB</a:t>
                </a:r>
              </a:p>
            </c:rich>
          </c:tx>
          <c:layout/>
          <c:overlay val="0"/>
        </c:title>
        <c:majorTickMark val="out"/>
        <c:minorTickMark val="none"/>
        <c:tickLblPos val="nextTo"/>
        <c:crossAx val="2140495176"/>
        <c:crosses val="autoZero"/>
        <c:auto val="1"/>
        <c:lblAlgn val="ctr"/>
        <c:lblOffset val="100"/>
        <c:noMultiLvlLbl val="0"/>
        <c:tickLblSkip val="40"/>
        <c:tickMarkSkip val="40"/>
      </c:catAx>
      <c:valAx>
        <c:axId val="2140495176"/>
        <c:scaling/>
        <c:delete val="0"/>
        <c:axPos val="l"/>
        <c:majorGridlines>
          <c:spPr>
            <a:ln>
              <a:solidFill>
                <a:srgbClr val="AAAAAA"/>
              </a:solidFill>
            </a:ln>
          </c:spPr>
        </c:majorGridlines>
        <c:title>
          <c:tx>
            <c:rich>
              <a:bodyPr/>
              <a:lstStyle/>
              <a:p>
                <a:pPr>
                  <a:defRPr sz="1000"/>
                </a:pPr>
                <a:r>
                  <a:t>ROI 2026</a:t>
                </a:r>
              </a:p>
            </c:rich>
          </c:tx>
          <c:layout/>
          <c:overlay val="0"/>
        </c:title>
        <c:majorTickMark val="out"/>
        <c:minorTickMark val="none"/>
        <c:tickLblPos val="nextTo"/>
        <c:crossAx val="2118791784"/>
        <c:crosses val="autoZero"/>
        <c:crossBetween val="midCat"/>
      </c:valAx>
    </c:plotArea>
    <c:legend>
      <c:legendPos/>
      <c:layout/>
      <c:overlay val="0"/>
      <c:txPr>
        <a:bodyPr/>
        <a:lstStyle/>
        <a:p>
          <a:pPr>
            <a:defRPr sz="1000">
              <a:latin typeface="Calibri"/>
            </a:defRPr>
          </a:pPr>
        </a:p>
      </c:txPr>
    </c:legend>
    <c:plotVisOnly val="1"/>
    <c:dispBlanksAs val="gap"/>
    <c:showDLblsOverMax val="0"/>
  </c:chart>
  <c:txPr>
    <a:bodyPr/>
    <a:lstStyle/>
    <a:p>
      <a:pPr>
        <a:defRPr sz="1000">
          <a:latin typeface="Calibri"/>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PR</c:v>
                </c:pt>
              </c:strCache>
            </c:strRef>
          </c:tx>
          <c:spPr>
            <a:ln w="31750">
              <a:solidFill>
                <a:srgbClr val="573B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Sheet1!$B$2:$B$17</c:f>
              <c:numCache>
                <c:formatCode>General</c:formatCode>
                <c:ptCount val="16"/>
                <c:pt idx="0">
                  <c:v>0.0</c:v>
                </c:pt>
                <c:pt idx="1">
                  <c:v>-0.44170433753834004</c:v>
                </c:pt>
                <c:pt idx="2">
                  <c:v>-0.9325268722195688</c:v>
                </c:pt>
                <c:pt idx="3">
                  <c:v>-1.465332751547976</c:v>
                </c:pt>
                <c:pt idx="4">
                  <c:v>-2.0288582277908063</c:v>
                </c:pt>
                <c:pt idx="5">
                  <c:v>-2.6086601995511955</c:v>
                </c:pt>
                <c:pt idx="6">
                  <c:v>-3.188860452314202</c:v>
                </c:pt>
                <c:pt idx="7">
                  <c:v>-3.754246645413332</c:v>
                </c:pt>
                <c:pt idx="8">
                  <c:v>-4.292131483990943</c:v>
                </c:pt>
                <c:pt idx="9">
                  <c:v>-4.793491627358435</c:v>
                </c:pt>
                <c:pt idx="10">
                  <c:v>-5.25322614306242</c:v>
                </c:pt>
                <c:pt idx="11">
                  <c:v>-5.669693088361782</c:v>
                </c:pt>
                <c:pt idx="12">
                  <c:v>-6.043849448151377</c:v>
                </c:pt>
                <c:pt idx="13">
                  <c:v>-6.3783124170063275</c:v>
                </c:pt>
                <c:pt idx="14">
                  <c:v>-6.676552060420363</c:v>
                </c:pt>
                <c:pt idx="15">
                  <c:v>-6.942302798391665</c:v>
                </c:pt>
              </c:numCache>
            </c:numRef>
          </c:val>
          <c:smooth/>
        </c:ser>
        <c:ser>
          <c:idx val="1"/>
          <c:order val="1"/>
          <c:tx>
            <c:strRef>
              <c:f>Sheet1!$C$1</c:f>
              <c:strCache>
                <c:ptCount val="1"/>
                <c:pt idx="0">
                  <c:v>TV</c:v>
                </c:pt>
              </c:strCache>
            </c:strRef>
          </c:tx>
          <c:spPr>
            <a:ln w="31750">
              <a:solidFill>
                <a:srgbClr val="005659"/>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Sheet1!$C$2:$C$202</c:f>
              <c:numCache>
                <c:formatCode>General</c:formatCode>
                <c:ptCount val="201"/>
                <c:pt idx="0">
                  <c:v>0.0</c:v>
                </c:pt>
                <c:pt idx="1">
                  <c:v>-0.014785950842906459</c:v>
                </c:pt>
                <c:pt idx="2">
                  <c:v>-0.02959671898815941</c:v>
                </c:pt>
                <c:pt idx="3">
                  <c:v>-0.04443203121627448</c:v>
                </c:pt>
                <c:pt idx="4">
                  <c:v>-0.05929161200947419</c:v>
                </c:pt>
                <c:pt idx="5">
                  <c:v>-0.07417518357124209</c:v>
                </c:pt>
                <c:pt idx="6">
                  <c:v>-0.08908246585087909</c:v>
                </c:pt>
                <c:pt idx="7">
                  <c:v>-0.10401317656214815</c:v>
                </c:pt>
                <c:pt idx="8">
                  <c:v>-0.11896703120874008</c:v>
                </c:pt>
                <c:pt idx="9">
                  <c:v>-0.13394374310610146</c:v>
                </c:pt>
                <c:pt idx="10">
                  <c:v>-0.148943023402353</c:v>
                </c:pt>
                <c:pt idx="11">
                  <c:v>-0.16396458110739331</c:v>
                </c:pt>
                <c:pt idx="12">
                  <c:v>-0.1790081231147269</c:v>
                </c:pt>
                <c:pt idx="13">
                  <c:v>-0.19407335422511096</c:v>
                </c:pt>
                <c:pt idx="14">
                  <c:v>-0.20915997717338541</c:v>
                </c:pt>
                <c:pt idx="15">
                  <c:v>-0.2242676926562126</c:v>
                </c:pt>
                <c:pt idx="16">
                  <c:v>-0.23939619935345036</c:v>
                </c:pt>
                <c:pt idx="17">
                  <c:v>-0.2545451939599843</c:v>
                </c:pt>
                <c:pt idx="18">
                  <c:v>-0.26971437121073905</c:v>
                </c:pt>
                <c:pt idx="19">
                  <c:v>-0.28490342390705337</c:v>
                </c:pt>
                <c:pt idx="20">
                  <c:v>-0.30011204294805793</c:v>
                </c:pt>
                <c:pt idx="21">
                  <c:v>-0.3153399173552316</c:v>
                </c:pt>
                <c:pt idx="22">
                  <c:v>-0.33058673430559793</c:v>
                </c:pt>
                <c:pt idx="23">
                  <c:v>-0.34585217915719113</c:v>
                </c:pt>
                <c:pt idx="24">
                  <c:v>-0.36113593548043355</c:v>
                </c:pt>
                <c:pt idx="25">
                  <c:v>-0.37643768509042275</c:v>
                </c:pt>
                <c:pt idx="26">
                  <c:v>-0.39175710807285213</c:v>
                </c:pt>
                <c:pt idx="27">
                  <c:v>-0.4070938828203907</c:v>
                </c:pt>
                <c:pt idx="28">
                  <c:v>-0.4224476860595132</c:v>
                </c:pt>
                <c:pt idx="29">
                  <c:v>-0.43781819288506085</c:v>
                </c:pt>
                <c:pt idx="30">
                  <c:v>-0.4532050767902547</c:v>
                </c:pt>
                <c:pt idx="31">
                  <c:v>-0.4686080097017111</c:v>
                </c:pt>
                <c:pt idx="32">
                  <c:v>-0.4840266620103648</c:v>
                </c:pt>
                <c:pt idx="33">
                  <c:v>-0.4994607026064841</c:v>
                </c:pt>
                <c:pt idx="34">
                  <c:v>-0.514909798910594</c:v>
                </c:pt>
                <c:pt idx="35">
                  <c:v>-0.5303736169089461</c:v>
                </c:pt>
                <c:pt idx="36">
                  <c:v>-0.5458518211898991</c:v>
                </c:pt>
                <c:pt idx="37">
                  <c:v>-0.5613440749730216</c:v>
                </c:pt>
                <c:pt idx="38">
                  <c:v>-0.5768500401504753</c:v>
                </c:pt>
                <c:pt idx="39">
                  <c:v>-0.5923693773183913</c:v>
                </c:pt>
                <c:pt idx="40">
                  <c:v>-0.6079017458109774</c:v>
                </c:pt>
                <c:pt idx="41">
                  <c:v>-0.6234468037418992</c:v>
                </c:pt>
                <c:pt idx="42">
                  <c:v>-0.6390042080347484</c:v>
                </c:pt>
                <c:pt idx="43">
                  <c:v>-0.6545736144616967</c:v>
                </c:pt>
                <c:pt idx="44">
                  <c:v>-0.6701546776812393</c:v>
                </c:pt>
                <c:pt idx="45">
                  <c:v>-0.6857470512741202</c:v>
                </c:pt>
                <c:pt idx="46">
                  <c:v>-0.7013503877788025</c:v>
                </c:pt>
                <c:pt idx="47">
                  <c:v>-0.7169643387314864</c:v>
                </c:pt>
                <c:pt idx="48">
                  <c:v>-0.7325885547033977</c:v>
                </c:pt>
                <c:pt idx="49">
                  <c:v>-0.7482226853371685</c:v>
                </c:pt>
                <c:pt idx="50">
                  <c:v>-0.7638663793850355</c:v>
                </c:pt>
                <c:pt idx="51">
                  <c:v>-0.7795192847502221</c:v>
                </c:pt>
                <c:pt idx="52">
                  <c:v>-0.7951810485210444</c:v>
                </c:pt>
                <c:pt idx="53">
                  <c:v>-0.8108513170122933</c:v>
                </c:pt>
                <c:pt idx="54">
                  <c:v>-0.8265297358038879</c:v>
                </c:pt>
                <c:pt idx="55">
                  <c:v>-0.8422159497786197</c:v>
                </c:pt>
                <c:pt idx="56">
                  <c:v>-0.8579096031635345</c:v>
                </c:pt>
                <c:pt idx="57">
                  <c:v>-0.8736103395667669</c:v>
                </c:pt>
                <c:pt idx="58">
                  <c:v>-0.8893178020189225</c:v>
                </c:pt>
                <c:pt idx="59">
                  <c:v>-0.9050316330121859</c:v>
                </c:pt>
                <c:pt idx="60">
                  <c:v>-0.9207514745394292</c:v>
                </c:pt>
                <c:pt idx="61">
                  <c:v>-0.9364769681337748</c:v>
                </c:pt>
                <c:pt idx="62">
                  <c:v>-0.9522077549113419</c:v>
                </c:pt>
                <c:pt idx="63">
                  <c:v>-0.9679434756080809</c:v>
                </c:pt>
                <c:pt idx="64">
                  <c:v>-0.9836837706197912</c:v>
                </c:pt>
                <c:pt idx="65">
                  <c:v>-0.9994282800466863</c:v>
                </c:pt>
                <c:pt idx="66">
                  <c:v>-1.0151766437284095</c:v>
                </c:pt>
                <c:pt idx="67">
                  <c:v>-1.0309285012863256</c:v>
                </c:pt>
                <c:pt idx="68">
                  <c:v>-1.0466834921653572</c:v>
                </c:pt>
                <c:pt idx="69">
                  <c:v>-1.0624412556717289</c:v>
                </c:pt>
                <c:pt idx="70">
                  <c:v>-1.0782014310161685</c:v>
                </c:pt>
                <c:pt idx="71">
                  <c:v>-1.093963657351651</c:v>
                </c:pt>
                <c:pt idx="72">
                  <c:v>-1.10972757381478</c:v>
                </c:pt>
                <c:pt idx="73">
                  <c:v>-1.1254928195685352</c:v>
                </c:pt>
                <c:pt idx="74">
                  <c:v>-1.1412590338368318</c:v>
                </c:pt>
                <c:pt idx="75">
                  <c:v>-1.1570258559527247</c:v>
                </c:pt>
                <c:pt idx="76">
                  <c:v>-1.1727929253911498</c:v>
                </c:pt>
                <c:pt idx="77">
                  <c:v>-1.1885598818148537</c:v>
                </c:pt>
                <c:pt idx="78">
                  <c:v>-1.2043263651103189</c:v>
                </c:pt>
                <c:pt idx="79">
                  <c:v>-1.2200920154318737</c:v>
                </c:pt>
                <c:pt idx="80">
                  <c:v>-1.235856473237618</c:v>
                </c:pt>
                <c:pt idx="81">
                  <c:v>-1.2516193793330785</c:v>
                </c:pt>
                <c:pt idx="82">
                  <c:v>-1.2673803749094077</c:v>
                </c:pt>
                <c:pt idx="83">
                  <c:v>-1.2831391015815825</c:v>
                </c:pt>
                <c:pt idx="84">
                  <c:v>-1.2988952014311508</c:v>
                </c:pt>
                <c:pt idx="85">
                  <c:v>-1.3146483170439751</c:v>
                </c:pt>
                <c:pt idx="86">
                  <c:v>-1.3303980915484317</c:v>
                </c:pt>
                <c:pt idx="87">
                  <c:v>-1.3461441686577018</c:v>
                </c:pt>
                <c:pt idx="88">
                  <c:v>-1.3618861927043326</c:v>
                </c:pt>
                <c:pt idx="89">
                  <c:v>-1.377623808685712</c:v>
                </c:pt>
                <c:pt idx="90">
                  <c:v>-1.393356662294991</c:v>
                </c:pt>
                <c:pt idx="91">
                  <c:v>-1.4090843999647404</c:v>
                </c:pt>
                <c:pt idx="92">
                  <c:v>-1.4248066689051484</c:v>
                </c:pt>
                <c:pt idx="93">
                  <c:v>-1.4405231171385822</c:v>
                </c:pt>
                <c:pt idx="94">
                  <c:v>-1.4562333935409697</c:v>
                </c:pt>
                <c:pt idx="95">
                  <c:v>-1.4719371478777248</c:v>
                </c:pt>
                <c:pt idx="96">
                  <c:v>-1.487634030841491</c:v>
                </c:pt>
                <c:pt idx="97">
                  <c:v>-1.5033236940903407</c:v>
                </c:pt>
                <c:pt idx="98">
                  <c:v>-1.5190057902818808</c:v>
                </c:pt>
                <c:pt idx="99">
                  <c:v>-1.5346799731132705</c:v>
                </c:pt>
                <c:pt idx="100">
                  <c:v>-1.550345897355328</c:v>
                </c:pt>
                <c:pt idx="101">
                  <c:v>-1.566003218888909</c:v>
                </c:pt>
                <c:pt idx="102">
                  <c:v>-1.5816515947431071</c:v>
                </c:pt>
                <c:pt idx="103">
                  <c:v>-1.5972906831257205</c:v>
                </c:pt>
                <c:pt idx="104">
                  <c:v>-1.6129201434646347</c:v>
                </c:pt>
                <c:pt idx="105">
                  <c:v>-1.628539636437381</c:v>
                </c:pt>
                <c:pt idx="106">
                  <c:v>-1.644148824009335</c:v>
                </c:pt>
                <c:pt idx="107">
                  <c:v>-1.6597473694655491</c:v>
                </c:pt>
                <c:pt idx="108">
                  <c:v>-1.6753349374457684</c:v>
                </c:pt>
                <c:pt idx="109">
                  <c:v>-1.6909111939803552</c:v>
                </c:pt>
                <c:pt idx="110">
                  <c:v>-1.706475806517119</c:v>
                </c:pt>
                <c:pt idx="111">
                  <c:v>-1.7220284439622446</c:v>
                </c:pt>
                <c:pt idx="112">
                  <c:v>-1.737568776705757</c:v>
                </c:pt>
                <c:pt idx="113">
                  <c:v>-1.7530964766583566</c:v>
                </c:pt>
                <c:pt idx="114">
                  <c:v>-1.768611217279613</c:v>
                </c:pt>
                <c:pt idx="115">
                  <c:v>-1.7841126736147999</c:v>
                </c:pt>
                <c:pt idx="116">
                  <c:v>-1.7996005223194516</c:v>
                </c:pt>
                <c:pt idx="117">
                  <c:v>-1.8150744416930138</c:v>
                </c:pt>
                <c:pt idx="118">
                  <c:v>-1.8305341117102216</c:v>
                </c:pt>
                <c:pt idx="119">
                  <c:v>-1.8459792140492937</c:v>
                </c:pt>
                <c:pt idx="120">
                  <c:v>-1.8614094321201264</c:v>
                </c:pt>
                <c:pt idx="121">
                  <c:v>-1.8768244510970362</c:v>
                </c:pt>
                <c:pt idx="122">
                  <c:v>-1.8922239579433153</c:v>
                </c:pt>
                <c:pt idx="123">
                  <c:v>-1.907607641442155</c:v>
                </c:pt>
                <c:pt idx="124">
                  <c:v>-1.922975192222566</c:v>
                </c:pt>
                <c:pt idx="125">
                  <c:v>-1.9383263027875728</c:v>
                </c:pt>
                <c:pt idx="126">
                  <c:v>-1.9536606675405892</c:v>
                </c:pt>
                <c:pt idx="127">
                  <c:v>-1.9689779828117935</c:v>
                </c:pt>
                <c:pt idx="128">
                  <c:v>-1.9842779468854133</c:v>
                </c:pt>
                <c:pt idx="129">
                  <c:v>-1.9995602600220082</c:v>
                </c:pt>
                <c:pt idx="130">
                  <c:v>-2.014824624487119</c:v>
                </c:pt>
                <c:pt idx="131">
                  <c:v>-2.030070744573095</c:v>
                </c:pt>
                <c:pt idx="132">
                  <c:v>-2.0452983266236515</c:v>
                </c:pt>
                <c:pt idx="133">
                  <c:v>-2.060507079060244</c:v>
                </c:pt>
                <c:pt idx="134">
                  <c:v>-2.075696712399804</c:v>
                </c:pt>
                <c:pt idx="135">
                  <c:v>-2.090866939283842</c:v>
                </c:pt>
                <c:pt idx="136">
                  <c:v>-2.1060174744939104</c:v>
                </c:pt>
                <c:pt idx="137">
                  <c:v>-2.121148034979342</c:v>
                </c:pt>
                <c:pt idx="138">
                  <c:v>-2.1362583398736206</c:v>
                </c:pt>
                <c:pt idx="139">
                  <c:v>-2.1513481105184837</c:v>
                </c:pt>
                <c:pt idx="140">
                  <c:v>-2.1664170704830212</c:v>
                </c:pt>
                <c:pt idx="141">
                  <c:v>-2.18146494558232</c:v>
                </c:pt>
                <c:pt idx="142">
                  <c:v>-2.1964914638988375</c:v>
                </c:pt>
                <c:pt idx="143">
                  <c:v>-2.211496355798772</c:v>
                </c:pt>
                <c:pt idx="144">
                  <c:v>-2.2264793539516177</c:v>
                </c:pt>
                <c:pt idx="145">
                  <c:v>-2.241440193348353</c:v>
                </c:pt>
                <c:pt idx="146">
                  <c:v>-2.256378611317814</c:v>
                </c:pt>
                <c:pt idx="147">
                  <c:v>-2.2712943475439715</c:v>
                </c:pt>
                <c:pt idx="148">
                  <c:v>-2.2861871440818504</c:v>
                </c:pt>
                <c:pt idx="149">
                  <c:v>-2.301056745373444</c:v>
                </c:pt>
                <c:pt idx="150">
                  <c:v>-2.3159028982627206</c:v>
                </c:pt>
                <c:pt idx="151">
                  <c:v>-2.3307253520106315</c:v>
                </c:pt>
                <c:pt idx="152">
                  <c:v>-2.345523858309207</c:v>
                </c:pt>
                <c:pt idx="153">
                  <c:v>-2.3602981712956534</c:v>
                </c:pt>
                <c:pt idx="154">
                  <c:v>-2.3750480475664517</c:v>
                </c:pt>
                <c:pt idx="155">
                  <c:v>-2.389773246185541</c:v>
                </c:pt>
                <c:pt idx="156">
                  <c:v>-2.4044735287043295</c:v>
                </c:pt>
                <c:pt idx="157">
                  <c:v>-2.41914865916533</c:v>
                </c:pt>
                <c:pt idx="158">
                  <c:v>-2.4337984041203526</c:v>
                </c:pt>
                <c:pt idx="159">
                  <c:v>-2.448422532635959</c:v>
                </c:pt>
                <c:pt idx="160">
                  <c:v>-2.4630208163066527</c:v>
                </c:pt>
                <c:pt idx="161">
                  <c:v>-2.4775930292639714</c:v>
                </c:pt>
                <c:pt idx="162">
                  <c:v>-2.4921389481860388</c:v>
                </c:pt>
                <c:pt idx="163">
                  <c:v>-2.506658352303475</c:v>
                </c:pt>
                <c:pt idx="164">
                  <c:v>-2.52115102341304</c:v>
                </c:pt>
                <c:pt idx="165">
                  <c:v>-2.53561674588218</c:v>
                </c:pt>
                <c:pt idx="166">
                  <c:v>-2.55005530665494</c:v>
                </c:pt>
                <c:pt idx="167">
                  <c:v>-2.564466495261513</c:v>
                </c:pt>
                <c:pt idx="168">
                  <c:v>-2.5788501038236973</c:v>
                </c:pt>
                <c:pt idx="169">
                  <c:v>-2.593205927060353</c:v>
                </c:pt>
                <c:pt idx="170">
                  <c:v>-2.607533762293315</c:v>
                </c:pt>
                <c:pt idx="171">
                  <c:v>-2.6218334094519378</c:v>
                </c:pt>
                <c:pt idx="172">
                  <c:v>-2.6361046710771916</c:v>
                </c:pt>
                <c:pt idx="173">
                  <c:v>-2.650347352327117</c:v>
                </c:pt>
                <c:pt idx="174">
                  <c:v>-2.6645612609777345</c:v>
                </c:pt>
                <c:pt idx="175">
                  <c:v>-2.6787462074298674</c:v>
                </c:pt>
                <c:pt idx="176">
                  <c:v>-2.692902004707321</c:v>
                </c:pt>
                <c:pt idx="177">
                  <c:v>-2.7070284684623402</c:v>
                </c:pt>
                <c:pt idx="178">
                  <c:v>-2.7211254169756103</c:v>
                </c:pt>
                <c:pt idx="179">
                  <c:v>-2.7351926711594388</c:v>
                </c:pt>
                <c:pt idx="180">
                  <c:v>-2.7492300545554826</c:v>
                </c:pt>
                <c:pt idx="181">
                  <c:v>-2.763237393337022</c:v>
                </c:pt>
                <c:pt idx="182">
                  <c:v>-2.7772145163098685</c:v>
                </c:pt>
                <c:pt idx="183">
                  <c:v>-2.79116125490782</c:v>
                </c:pt>
                <c:pt idx="184">
                  <c:v>-2.8050774431976606</c:v>
                </c:pt>
                <c:pt idx="185">
                  <c:v>-2.8189629178732503</c:v>
                </c:pt>
                <c:pt idx="186">
                  <c:v>-2.83281751825416</c:v>
                </c:pt>
                <c:pt idx="187">
                  <c:v>-2.846641086285672</c:v>
                </c:pt>
                <c:pt idx="188">
                  <c:v>-2.8604334665337774</c:v>
                </c:pt>
                <c:pt idx="189">
                  <c:v>-2.874194506184722</c:v>
                </c:pt>
                <c:pt idx="190">
                  <c:v>-2.887924055037729</c:v>
                </c:pt>
                <c:pt idx="191">
                  <c:v>-2.90162196550682</c:v>
                </c:pt>
                <c:pt idx="192">
                  <c:v>-2.915288092609444</c:v>
                </c:pt>
                <c:pt idx="193">
                  <c:v>-2.9289222939687534</c:v>
                </c:pt>
                <c:pt idx="194">
                  <c:v>-2.9425244298045072</c:v>
                </c:pt>
                <c:pt idx="195">
                  <c:v>-2.9560943629294343</c:v>
                </c:pt>
                <c:pt idx="196">
                  <c:v>-2.9696319587405924</c:v>
                </c:pt>
                <c:pt idx="197">
                  <c:v>-2.983137085218459</c:v>
                </c:pt>
                <c:pt idx="198">
                  <c:v>-2.9966096129164725</c:v>
                </c:pt>
                <c:pt idx="199">
                  <c:v>-3.01004941495421</c:v>
                </c:pt>
                <c:pt idx="200">
                  <c:v>-3.023456367012841</c:v>
                </c:pt>
              </c:numCache>
            </c:numRef>
          </c:val>
          <c:smooth/>
        </c:ser>
        <c:ser>
          <c:idx val="2"/>
          <c:order val="2"/>
          <c:tx>
            <c:strRef>
              <c:f>Sheet1!$D$1</c:f>
              <c:strCache>
                <c:ptCount val="1"/>
                <c:pt idx="0">
                  <c:v>bdg_dgt_display</c:v>
                </c:pt>
              </c:strCache>
            </c:strRef>
          </c:tx>
          <c:spPr>
            <a:ln w="31750">
              <a:solidFill>
                <a:srgbClr val="0000DD"/>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Sheet1!$D$2:$D$52</c:f>
              <c:numCache>
                <c:formatCode>General</c:formatCode>
                <c:ptCount val="51"/>
                <c:pt idx="0">
                  <c:v>0.0</c:v>
                </c:pt>
                <c:pt idx="1">
                  <c:v>0.12386467377518784</c:v>
                </c:pt>
                <c:pt idx="2">
                  <c:v>0.2752833455670043</c:v>
                </c:pt>
                <c:pt idx="3">
                  <c:v>0.36415306432536454</c:v>
                </c:pt>
                <c:pt idx="4">
                  <c:v>0.4114213351381295</c:v>
                </c:pt>
                <c:pt idx="5">
                  <c:v>0.4361879607990886</c:v>
                </c:pt>
                <c:pt idx="6">
                  <c:v>0.4481967855599578</c:v>
                </c:pt>
                <c:pt idx="7">
                  <c:v>0.4536764054901141</c:v>
                </c:pt>
                <c:pt idx="8">
                  <c:v>0.4560970631987402</c:v>
                </c:pt>
                <c:pt idx="9">
                  <c:v>0.45715070260757784</c:v>
                </c:pt>
                <c:pt idx="10">
                  <c:v>0.4576065132878284</c:v>
                </c:pt>
                <c:pt idx="11">
                  <c:v>0.4578032485364929</c:v>
                </c:pt>
                <c:pt idx="12">
                  <c:v>0.45788810391240986</c:v>
                </c:pt>
                <c:pt idx="13">
                  <c:v>0.45792470063724977</c:v>
                </c:pt>
                <c:pt idx="14">
                  <c:v>0.45794048614061467</c:v>
                </c:pt>
                <c:pt idx="15">
                  <c:v>0.4579472961204374</c:v>
                </c:pt>
                <c:pt idx="16">
                  <c:v>0.4579502344308821</c:v>
                </c:pt>
                <c:pt idx="17">
                  <c:v>0.457951502377</c:v>
                </c:pt>
                <c:pt idx="18">
                  <c:v>0.4579520495731231</c:v>
                </c:pt>
                <c:pt idx="19">
                  <c:v>0.4579522857370648</c:v>
                </c:pt>
                <c:pt idx="20">
                  <c:v>0.45795238766731927</c:v>
                </c:pt>
                <c:pt idx="21">
                  <c:v>0.4579524316623065</c:v>
                </c:pt>
                <c:pt idx="22">
                  <c:v>0.45795245065255585</c:v>
                </c:pt>
                <c:pt idx="23">
                  <c:v>0.45795245884937685</c:v>
                </c:pt>
                <c:pt idx="24">
                  <c:v>0.45795246238731124</c:v>
                </c:pt>
                <c:pt idx="25">
                  <c:v>0.4579524639148076</c:v>
                </c:pt>
                <c:pt idx="26">
                  <c:v>0.45795246457419125</c:v>
                </c:pt>
                <c:pt idx="27">
                  <c:v>0.45795246485840835</c:v>
                </c:pt>
                <c:pt idx="28">
                  <c:v>0.4579524649807354</c:v>
                </c:pt>
                <c:pt idx="29">
                  <c:v>0.4579524650343956</c:v>
                </c:pt>
                <c:pt idx="30">
                  <c:v>0.45795246505713294</c:v>
                </c:pt>
                <c:pt idx="31">
                  <c:v>0.4579524650671374</c:v>
                </c:pt>
                <c:pt idx="32">
                  <c:v>0.4579524650712301</c:v>
                </c:pt>
                <c:pt idx="33">
                  <c:v>0.4579524650730491</c:v>
                </c:pt>
                <c:pt idx="34">
                  <c:v>0.4579524650739586</c:v>
                </c:pt>
                <c:pt idx="35">
                  <c:v>0.45795246507441334</c:v>
                </c:pt>
                <c:pt idx="36">
                  <c:v>0.45795246507441334</c:v>
                </c:pt>
                <c:pt idx="37">
                  <c:v>0.45795246507441334</c:v>
                </c:pt>
                <c:pt idx="38">
                  <c:v>0.45795246507441334</c:v>
                </c:pt>
                <c:pt idx="39">
                  <c:v>0.45795246507441334</c:v>
                </c:pt>
                <c:pt idx="40">
                  <c:v>0.45795246507441334</c:v>
                </c:pt>
                <c:pt idx="41">
                  <c:v>0.45795246507441334</c:v>
                </c:pt>
                <c:pt idx="42">
                  <c:v>0.45795246507441334</c:v>
                </c:pt>
                <c:pt idx="43">
                  <c:v>0.45795246507441334</c:v>
                </c:pt>
                <c:pt idx="44">
                  <c:v>0.45795246507441334</c:v>
                </c:pt>
                <c:pt idx="45">
                  <c:v>0.45795246507441334</c:v>
                </c:pt>
                <c:pt idx="46">
                  <c:v>0.45795246507441334</c:v>
                </c:pt>
                <c:pt idx="47">
                  <c:v>0.45795246507441334</c:v>
                </c:pt>
                <c:pt idx="48">
                  <c:v>0.45795246507441334</c:v>
                </c:pt>
                <c:pt idx="49">
                  <c:v>0.45795246507441334</c:v>
                </c:pt>
                <c:pt idx="50">
                  <c:v>0.45795246507441334</c:v>
                </c:pt>
              </c:numCache>
            </c:numRef>
          </c:val>
          <c:smooth/>
        </c:ser>
        <c:ser>
          <c:idx val="3"/>
          <c:order val="3"/>
          <c:tx>
            <c:strRef>
              <c:f>Sheet1!$E$1</c:f>
              <c:strCache>
                <c:ptCount val="1"/>
                <c:pt idx="0">
                  <c:v>bdg_dgt_special</c:v>
                </c:pt>
              </c:strCache>
            </c:strRef>
          </c:tx>
          <c:spPr>
            <a:ln w="31750">
              <a:solidFill>
                <a:srgbClr val="00FDCF"/>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Sheet1!$E$2:$E$52</c:f>
              <c:numCache>
                <c:formatCode>General</c:formatCode>
                <c:ptCount val="51"/>
                <c:pt idx="0">
                  <c:v>0.0</c:v>
                </c:pt>
                <c:pt idx="1">
                  <c:v>0.2891295529839226</c:v>
                </c:pt>
                <c:pt idx="2">
                  <c:v>0.6081443094735732</c:v>
                </c:pt>
                <c:pt idx="3">
                  <c:v>0.9462988939776551</c:v>
                </c:pt>
                <c:pt idx="4">
                  <c:v>1.289805817236811</c:v>
                </c:pt>
                <c:pt idx="5">
                  <c:v>1.6244627449732434</c:v>
                </c:pt>
                <c:pt idx="6">
                  <c:v>1.938382297116732</c:v>
                </c:pt>
                <c:pt idx="7">
                  <c:v>2.2237223246156645</c:v>
                </c:pt>
                <c:pt idx="8">
                  <c:v>2.476972184213082</c:v>
                </c:pt>
                <c:pt idx="9">
                  <c:v>2.698124759282109</c:v>
                </c:pt>
                <c:pt idx="10">
                  <c:v>2.8894052340183407</c:v>
                </c:pt>
                <c:pt idx="11">
                  <c:v>3.054103097092593</c:v>
                </c:pt>
                <c:pt idx="12">
                  <c:v>3.1957533464701555</c:v>
                </c:pt>
                <c:pt idx="13">
                  <c:v>3.3176771710313915</c:v>
                </c:pt>
                <c:pt idx="14">
                  <c:v>3.4227872465735345</c:v>
                </c:pt>
                <c:pt idx="15">
                  <c:v>3.5135501931390536</c:v>
                </c:pt>
                <c:pt idx="16">
                  <c:v>3.5920249705368406</c:v>
                </c:pt>
                <c:pt idx="17">
                  <c:v>3.65992763790382</c:v>
                </c:pt>
                <c:pt idx="18">
                  <c:v>3.7186970854850188</c:v>
                </c:pt>
                <c:pt idx="19">
                  <c:v>3.769551318365302</c:v>
                </c:pt>
                <c:pt idx="20">
                  <c:v>3.813531812143083</c:v>
                </c:pt>
                <c:pt idx="21">
                  <c:v>3.8515370155510027</c:v>
                </c:pt>
                <c:pt idx="22">
                  <c:v>3.884347246769721</c:v>
                </c:pt>
                <c:pt idx="23">
                  <c:v>3.9126432716971067</c:v>
                </c:pt>
                <c:pt idx="24">
                  <c:v>3.937020457621202</c:v>
                </c:pt>
                <c:pt idx="25">
                  <c:v>3.9579999081324786</c:v>
                </c:pt>
                <c:pt idx="26">
                  <c:v>3.9760375510159065</c:v>
                </c:pt>
                <c:pt idx="27">
                  <c:v>3.991531815666349</c:v>
                </c:pt>
                <c:pt idx="28">
                  <c:v>4.004830299531932</c:v>
                </c:pt>
                <c:pt idx="29">
                  <c:v>4.016235666258581</c:v>
                </c:pt>
                <c:pt idx="30">
                  <c:v>4.026010920459157</c:v>
                </c:pt>
                <c:pt idx="31">
                  <c:v>4.034384146516459</c:v>
                </c:pt>
                <c:pt idx="32">
                  <c:v>4.041552767298072</c:v>
                </c:pt>
                <c:pt idx="33">
                  <c:v>4.047687362703073</c:v>
                </c:pt>
                <c:pt idx="34">
                  <c:v>4.052935080840143</c:v>
                </c:pt>
                <c:pt idx="35">
                  <c:v>4.057422672019129</c:v>
                </c:pt>
                <c:pt idx="36">
                  <c:v>4.061259175054147</c:v>
                </c:pt>
                <c:pt idx="37">
                  <c:v>4.0645382852826515</c:v>
                </c:pt>
                <c:pt idx="38">
                  <c:v>4.067340433409299</c:v>
                </c:pt>
                <c:pt idx="39">
                  <c:v>4.069734603659526</c:v>
                </c:pt>
                <c:pt idx="40">
                  <c:v>4.0717799185658805</c:v>
                </c:pt>
                <c:pt idx="41">
                  <c:v>4.073527016236767</c:v>
                </c:pt>
                <c:pt idx="42">
                  <c:v>4.075019244122814</c:v>
                </c:pt>
                <c:pt idx="43">
                  <c:v>4.076293691391584</c:v>
                </c:pt>
                <c:pt idx="44">
                  <c:v>4.07738207993134</c:v>
                </c:pt>
                <c:pt idx="45">
                  <c:v>4.078311532050066</c:v>
                </c:pt>
                <c:pt idx="46">
                  <c:v>4.079105230944151</c:v>
                </c:pt>
                <c:pt idx="47">
                  <c:v>4.079782988201259</c:v>
                </c:pt>
                <c:pt idx="48">
                  <c:v>4.080361730902041</c:v>
                </c:pt>
                <c:pt idx="49">
                  <c:v>4.080855919316946</c:v>
                </c:pt>
                <c:pt idx="50">
                  <c:v>4.081277904818307</c:v>
                </c:pt>
              </c:numCache>
            </c:numRef>
          </c:val>
          <c:smooth/>
        </c:ser>
        <c:ser>
          <c:idx val="4"/>
          <c:order val="4"/>
          <c:tx>
            <c:strRef>
              <c:f>Sheet1!$F$1</c:f>
              <c:strCache>
                <c:ptCount val="1"/>
                <c:pt idx="0">
                  <c:v>bdg_dgt_video</c:v>
                </c:pt>
              </c:strCache>
            </c:strRef>
          </c:tx>
          <c:spPr>
            <a:ln w="31750">
              <a:solidFill>
                <a:srgbClr val="A17569"/>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Sheet1!$F$2:$F$52</c:f>
              <c:numCache>
                <c:formatCode>General</c:formatCode>
                <c:ptCount val="51"/>
                <c:pt idx="0">
                  <c:v>0.0</c:v>
                </c:pt>
                <c:pt idx="1">
                  <c:v>-0.7299221010807742</c:v>
                </c:pt>
                <c:pt idx="2">
                  <c:v>-1.6330182872657133</c:v>
                </c:pt>
                <c:pt idx="3">
                  <c:v>-2.6713764140768035</c:v>
                </c:pt>
                <c:pt idx="4">
                  <c:v>-3.7675053574439517</c:v>
                </c:pt>
                <c:pt idx="5">
                  <c:v>-4.829863109412145</c:v>
                </c:pt>
                <c:pt idx="6">
                  <c:v>-5.787690592332183</c:v>
                </c:pt>
                <c:pt idx="7">
                  <c:v>-6.608818737636284</c:v>
                </c:pt>
                <c:pt idx="8">
                  <c:v>-7.2937760803865785</c:v>
                </c:pt>
                <c:pt idx="9">
                  <c:v>-7.8597751036923</c:v>
                </c:pt>
                <c:pt idx="10">
                  <c:v>-8.327789539215246</c:v>
                </c:pt>
                <c:pt idx="11">
                  <c:v>-8.71633569419555</c:v>
                </c:pt>
                <c:pt idx="12">
                  <c:v>-9.03995173977728</c:v>
                </c:pt>
                <c:pt idx="13">
                  <c:v>-9.309720916157858</c:v>
                </c:pt>
                <c:pt idx="14">
                  <c:v>-9.534257036321378</c:v>
                </c:pt>
                <c:pt idx="15">
                  <c:v>-9.720527835340818</c:v>
                </c:pt>
                <c:pt idx="16">
                  <c:v>-9.874388953089237</c:v>
                </c:pt>
                <c:pt idx="17">
                  <c:v>-10.00088376529493</c:v>
                </c:pt>
                <c:pt idx="18">
                  <c:v>-10.104398353166289</c:v>
                </c:pt>
                <c:pt idx="19">
                  <c:v>-10.188742879666279</c:v>
                </c:pt>
                <c:pt idx="20">
                  <c:v>-10.257203331681012</c:v>
                </c:pt>
                <c:pt idx="21">
                  <c:v>-10.312585788454271</c:v>
                </c:pt>
                <c:pt idx="22">
                  <c:v>-10.357261721950636</c:v>
                </c:pt>
                <c:pt idx="23">
                  <c:v>-10.393215733372017</c:v>
                </c:pt>
                <c:pt idx="24">
                  <c:v>-10.422094213553464</c:v>
                </c:pt>
                <c:pt idx="25">
                  <c:v>-10.44525275513979</c:v>
                </c:pt>
                <c:pt idx="26">
                  <c:v>-10.46380048762785</c:v>
                </c:pt>
                <c:pt idx="27">
                  <c:v>-10.47864015552841</c:v>
                </c:pt>
                <c:pt idx="28">
                  <c:v>-10.490503385098236</c:v>
                </c:pt>
                <c:pt idx="29">
                  <c:v>-10.499981065388056</c:v>
                </c:pt>
                <c:pt idx="30">
                  <c:v>-10.507549087527877</c:v>
                </c:pt>
                <c:pt idx="31">
                  <c:v>-10.513589867464361</c:v>
                </c:pt>
                <c:pt idx="32">
                  <c:v>-10.518410158254483</c:v>
                </c:pt>
                <c:pt idx="33">
                  <c:v>-10.522255672315623</c:v>
                </c:pt>
                <c:pt idx="34">
                  <c:v>-10.525323008326723</c:v>
                </c:pt>
                <c:pt idx="35">
                  <c:v>-10.52776933061432</c:v>
                </c:pt>
                <c:pt idx="36">
                  <c:v>-10.529720193337653</c:v>
                </c:pt>
                <c:pt idx="37">
                  <c:v>-10.531275845232813</c:v>
                </c:pt>
                <c:pt idx="38">
                  <c:v>-10.53251629748138</c:v>
                </c:pt>
                <c:pt idx="39">
                  <c:v>-10.533505389461425</c:v>
                </c:pt>
                <c:pt idx="40">
                  <c:v>-10.534294045598017</c:v>
                </c:pt>
                <c:pt idx="41">
                  <c:v>-10.534922881164675</c:v>
                </c:pt>
                <c:pt idx="42">
                  <c:v>-10.535424285262252</c:v>
                </c:pt>
                <c:pt idx="43">
                  <c:v>-10.53582408469083</c:v>
                </c:pt>
                <c:pt idx="44">
                  <c:v>-10.53614287232358</c:v>
                </c:pt>
                <c:pt idx="45">
                  <c:v>-10.536397067182406</c:v>
                </c:pt>
                <c:pt idx="46">
                  <c:v>-10.536599760149329</c:v>
                </c:pt>
                <c:pt idx="47">
                  <c:v>-10.536761388501418</c:v>
                </c:pt>
                <c:pt idx="48">
                  <c:v>-10.536890273825975</c:v>
                </c:pt>
                <c:pt idx="49">
                  <c:v>-10.536993050937781</c:v>
                </c:pt>
                <c:pt idx="50">
                  <c:v>-10.537075009850469</c:v>
                </c:pt>
              </c:numCache>
            </c:numRef>
          </c:val>
          <c:smooth/>
        </c:ser>
        <c:ser>
          <c:idx val="5"/>
          <c:order val="5"/>
          <c:tx>
            <c:strRef>
              <c:f>Sheet1!$G$1</c:f>
              <c:strCache>
                <c:ptCount val="1"/>
                <c:pt idx="0">
                  <c:v>bdg_ecom</c:v>
                </c:pt>
              </c:strCache>
            </c:strRef>
          </c:tx>
          <c:spPr>
            <a:ln w="31750">
              <a:solidFill>
                <a:srgbClr val="BCB6FF"/>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Sheet1!$G$2:$G$17</c:f>
              <c:numCache>
                <c:formatCode>General</c:formatCode>
                <c:ptCount val="16"/>
                <c:pt idx="0">
                  <c:v>0.0</c:v>
                </c:pt>
                <c:pt idx="1">
                  <c:v>6.062846553080817</c:v>
                </c:pt>
                <c:pt idx="2">
                  <c:v>13.583493480251036</c:v>
                </c:pt>
                <c:pt idx="3">
                  <c:v>20.246430899313054</c:v>
                </c:pt>
                <c:pt idx="4">
                  <c:v>24.984421789189128</c:v>
                </c:pt>
                <c:pt idx="5">
                  <c:v>28.15686067355182</c:v>
                </c:pt>
                <c:pt idx="6">
                  <c:v>30.296862792350566</c:v>
                </c:pt>
                <c:pt idx="7">
                  <c:v>31.745406716266643</c:v>
                </c:pt>
                <c:pt idx="8">
                  <c:v>32.715006054147125</c:v>
                </c:pt>
                <c:pt idx="9">
                  <c:v>33.353260765189134</c:v>
                </c:pt>
                <c:pt idx="10">
                  <c:v>33.76695291218857</c:v>
                </c:pt>
                <c:pt idx="11">
                  <c:v>34.03192063526012</c:v>
                </c:pt>
                <c:pt idx="12">
                  <c:v>34.20022563693192</c:v>
                </c:pt>
                <c:pt idx="13">
                  <c:v>34.30654705497136</c:v>
                </c:pt>
                <c:pt idx="14">
                  <c:v>34.37348019147021</c:v>
                </c:pt>
                <c:pt idx="15">
                  <c:v>34.41552839603128</c:v>
                </c:pt>
              </c:numCache>
            </c:numRef>
          </c:val>
          <c:smooth/>
        </c:ser>
        <c:ser>
          <c:idx val="6"/>
          <c:order val="6"/>
          <c:tx>
            <c:strRef>
              <c:f>Sheet1!$H$1</c:f>
              <c:strCache>
                <c:ptCount val="1"/>
                <c:pt idx="0">
                  <c:v>bdg_ooh</c:v>
                </c:pt>
              </c:strCache>
            </c:strRef>
          </c:tx>
          <c:spPr>
            <a:ln w="31750">
              <a:solidFill>
                <a:srgbClr val="95B577"/>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Sheet1!$H$2:$H$52</c:f>
              <c:numCache>
                <c:formatCode>General</c:formatCode>
                <c:ptCount val="51"/>
                <c:pt idx="0">
                  <c:v>0.0</c:v>
                </c:pt>
                <c:pt idx="1">
                  <c:v>2.4553386230431897</c:v>
                </c:pt>
                <c:pt idx="2">
                  <c:v>5.171745622239996</c:v>
                </c:pt>
                <c:pt idx="3">
                  <c:v>7.182900371842152</c:v>
                </c:pt>
                <c:pt idx="4">
                  <c:v>8.4377319484679</c:v>
                </c:pt>
                <c:pt idx="5">
                  <c:v>9.213125381139434</c:v>
                </c:pt>
                <c:pt idx="6">
                  <c:v>9.6957318973964</c:v>
                </c:pt>
                <c:pt idx="7">
                  <c:v>9.99272637082413</c:v>
                </c:pt>
                <c:pt idx="8">
                  <c:v>10.172213955589086</c:v>
                </c:pt>
                <c:pt idx="9">
                  <c:v>10.278995428351664</c:v>
                </c:pt>
                <c:pt idx="10">
                  <c:v>10.341826722566111</c:v>
                </c:pt>
                <c:pt idx="11">
                  <c:v>10.378542079222825</c:v>
                </c:pt>
                <c:pt idx="12">
                  <c:v>10.399909606906022</c:v>
                </c:pt>
                <c:pt idx="13">
                  <c:v>10.412317156376503</c:v>
                </c:pt>
                <c:pt idx="14">
                  <c:v>10.419513591035411</c:v>
                </c:pt>
                <c:pt idx="15">
                  <c:v>10.423685366719837</c:v>
                </c:pt>
                <c:pt idx="16">
                  <c:v>10.426103312638588</c:v>
                </c:pt>
                <c:pt idx="17">
                  <c:v>10.427504744982798</c:v>
                </c:pt>
                <c:pt idx="18">
                  <c:v>10.428317078584769</c:v>
                </c:pt>
                <c:pt idx="19">
                  <c:v>10.428787999135238</c:v>
                </c:pt>
                <c:pt idx="20">
                  <c:v>10.429061031511083</c:v>
                </c:pt>
                <c:pt idx="21">
                  <c:v>10.429219349581217</c:v>
                </c:pt>
                <c:pt idx="22">
                  <c:v>10.429311159750796</c:v>
                </c:pt>
                <c:pt idx="23">
                  <c:v>10.429364405942579</c:v>
                </c:pt>
                <c:pt idx="24">
                  <c:v>10.429395288804699</c:v>
                </c:pt>
                <c:pt idx="25">
                  <c:v>10.429413201963143</c:v>
                </c:pt>
                <c:pt idx="26">
                  <c:v>10.429423592730927</c:v>
                </c:pt>
                <c:pt idx="27">
                  <c:v>10.42942962026791</c:v>
                </c:pt>
                <c:pt idx="28">
                  <c:v>10.429433116865766</c:v>
                </c:pt>
                <c:pt idx="29">
                  <c:v>10.429435145306343</c:v>
                </c:pt>
                <c:pt idx="30">
                  <c:v>10.429436322065158</c:v>
                </c:pt>
                <c:pt idx="31">
                  <c:v>10.429437004749161</c:v>
                </c:pt>
                <c:pt idx="32">
                  <c:v>10.429437400805455</c:v>
                </c:pt>
                <c:pt idx="33">
                  <c:v>10.429437630578377</c:v>
                </c:pt>
                <c:pt idx="34">
                  <c:v>10.42943776388256</c:v>
                </c:pt>
                <c:pt idx="35">
                  <c:v>10.429437841220533</c:v>
                </c:pt>
                <c:pt idx="36">
                  <c:v>10.42943788608909</c:v>
                </c:pt>
                <c:pt idx="37">
                  <c:v>10.429437912120193</c:v>
                </c:pt>
                <c:pt idx="38">
                  <c:v>10.429437927222352</c:v>
                </c:pt>
                <c:pt idx="39">
                  <c:v>10.429437935984424</c:v>
                </c:pt>
                <c:pt idx="40">
                  <c:v>10.429437941068045</c:v>
                </c:pt>
                <c:pt idx="41">
                  <c:v>10.429437944017081</c:v>
                </c:pt>
                <c:pt idx="42">
                  <c:v>10.429437945728296</c:v>
                </c:pt>
                <c:pt idx="43">
                  <c:v>10.42943794672101</c:v>
                </c:pt>
                <c:pt idx="44">
                  <c:v>10.42943794729672</c:v>
                </c:pt>
                <c:pt idx="45">
                  <c:v>10.429437947630959</c:v>
                </c:pt>
                <c:pt idx="46">
                  <c:v>10.429437947825136</c:v>
                </c:pt>
                <c:pt idx="47">
                  <c:v>10.429437947937458</c:v>
                </c:pt>
                <c:pt idx="48">
                  <c:v>10.429437948002487</c:v>
                </c:pt>
                <c:pt idx="49">
                  <c:v>10.429437948040686</c:v>
                </c:pt>
                <c:pt idx="50">
                  <c:v>10.429437948062514</c:v>
                </c:pt>
              </c:numCache>
            </c:numRef>
          </c:val>
          <c:smooth/>
        </c:ser>
        <c:ser>
          <c:idx val="7"/>
          <c:order val="7"/>
          <c:tx>
            <c:strRef>
              <c:f>Sheet1!$I$1</c:f>
              <c:strCache>
                <c:ptCount val="1"/>
                <c:pt idx="0">
                  <c:v>bdg_pos</c:v>
                </c:pt>
              </c:strCache>
            </c:strRef>
          </c:tx>
          <c:spPr>
            <a:ln w="31750">
              <a:solidFill>
                <a:srgbClr val="BF03B8"/>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Sheet1!$I$2:$I$27</c:f>
              <c:numCache>
                <c:formatCode>General</c:formatCode>
                <c:ptCount val="26"/>
                <c:pt idx="0">
                  <c:v>0.0</c:v>
                </c:pt>
                <c:pt idx="1">
                  <c:v>0.0498172075704133</c:v>
                </c:pt>
                <c:pt idx="2">
                  <c:v>0.10287409525790281</c:v>
                </c:pt>
                <c:pt idx="3">
                  <c:v>0.15904840965731637</c:v>
                </c:pt>
                <c:pt idx="4">
                  <c:v>0.21814192031251878</c:v>
                </c:pt>
                <c:pt idx="5">
                  <c:v>0.27987837304090135</c:v>
                </c:pt>
                <c:pt idx="6">
                  <c:v>0.343905863085638</c:v>
                </c:pt>
                <c:pt idx="7">
                  <c:v>0.409804098465429</c:v>
                </c:pt>
                <c:pt idx="8">
                  <c:v>0.4770965202083062</c:v>
                </c:pt>
                <c:pt idx="9">
                  <c:v>0.5452666657110967</c:v>
                </c:pt>
                <c:pt idx="10">
                  <c:v>0.6137776034920535</c:v>
                </c:pt>
                <c:pt idx="11">
                  <c:v>0.6820928408492364</c:v>
                </c:pt>
                <c:pt idx="12">
                  <c:v>0.7496969002504557</c:v>
                </c:pt>
                <c:pt idx="13">
                  <c:v>0.8161138203481642</c:v>
                </c:pt>
                <c:pt idx="14">
                  <c:v>0.8809221492047072</c:v>
                </c:pt>
                <c:pt idx="15">
                  <c:v>0.9437654923722221</c:v>
                </c:pt>
                <c:pt idx="16">
                  <c:v>1.0043582546695689</c:v>
                </c:pt>
                <c:pt idx="17">
                  <c:v>1.0624867648034524</c:v>
                </c:pt>
                <c:pt idx="18">
                  <c:v>1.1180064105128622</c:v>
                </c:pt>
                <c:pt idx="19">
                  <c:v>1.1708356902081505</c:v>
                </c:pt>
                <c:pt idx="20">
                  <c:v>1.220948196972131</c:v>
                </c:pt>
                <c:pt idx="21">
                  <c:v>1.2683635160956328</c:v>
                </c:pt>
                <c:pt idx="22">
                  <c:v>1.3131378805082932</c:v>
                </c:pt>
                <c:pt idx="23">
                  <c:v>1.3553552364528514</c:v>
                </c:pt>
                <c:pt idx="24">
                  <c:v>1.3951191657911295</c:v>
                </c:pt>
                <c:pt idx="25">
                  <c:v>1.4325459213478098</c:v>
                </c:pt>
              </c:numCache>
            </c:numRef>
          </c:val>
          <c:smooth/>
        </c:ser>
        <c:marker val="1"/>
        <c:smooth val="0"/>
        <c:axId val="2118791784"/>
        <c:axId val="2140495176"/>
      </c:lineChart>
      <c:catAx>
        <c:axId val="2118791784"/>
        <c:scaling>
          <c:orientation val="minMax"/>
        </c:scaling>
        <c:delete val="0"/>
        <c:axPos val="b"/>
        <c:title>
          <c:tx>
            <c:rich>
              <a:bodyPr/>
              <a:lstStyle/>
              <a:p>
                <a:pPr>
                  <a:defRPr sz="1000"/>
                </a:pPr>
                <a:r>
                  <a:t>Annual costs only in 2030 year, Mln. RUB</a:t>
                </a:r>
              </a:p>
            </c:rich>
          </c:tx>
          <c:layout/>
          <c:overlay val="0"/>
        </c:title>
        <c:majorTickMark val="out"/>
        <c:minorTickMark val="none"/>
        <c:tickLblPos val="nextTo"/>
        <c:crossAx val="2140495176"/>
        <c:crosses val="autoZero"/>
        <c:auto val="1"/>
        <c:lblAlgn val="ctr"/>
        <c:lblOffset val="100"/>
        <c:noMultiLvlLbl val="0"/>
        <c:tickLblSkip val="40"/>
        <c:tickMarkSkip val="40"/>
      </c:catAx>
      <c:valAx>
        <c:axId val="2140495176"/>
        <c:scaling/>
        <c:delete val="0"/>
        <c:axPos val="l"/>
        <c:majorGridlines>
          <c:spPr>
            <a:ln>
              <a:solidFill>
                <a:srgbClr val="AAAAAA"/>
              </a:solidFill>
            </a:ln>
          </c:spPr>
        </c:majorGridlines>
        <c:title>
          <c:tx>
            <c:rich>
              <a:bodyPr/>
              <a:lstStyle/>
              <a:p>
                <a:pPr>
                  <a:defRPr sz="1000"/>
                </a:pPr>
                <a:r>
                  <a:t>2026-2030 Sum. Incr. Sales, Mln. RUB</a:t>
                </a:r>
              </a:p>
            </c:rich>
          </c:tx>
          <c:layout/>
          <c:overlay val="0"/>
        </c:title>
        <c:majorTickMark val="out"/>
        <c:minorTickMark val="none"/>
        <c:tickLblPos val="nextTo"/>
        <c:crossAx val="2118791784"/>
        <c:crosses val="autoZero"/>
        <c:crossBetween val="midCat"/>
      </c:valAx>
    </c:plotArea>
    <c:plotVisOnly val="1"/>
    <c:dispBlanksAs val="gap"/>
    <c:showDLblsOverMax val="0"/>
  </c:chart>
  <c:txPr>
    <a:bodyPr/>
    <a:lstStyle/>
    <a:p>
      <a:pPr>
        <a:defRPr sz="1000">
          <a:latin typeface="Calibri"/>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PR</c:v>
                </c:pt>
              </c:strCache>
            </c:strRef>
          </c:tx>
          <c:spPr>
            <a:ln w="31750">
              <a:solidFill>
                <a:srgbClr val="573B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Sheet1!$B$2:$B$17</c:f>
              <c:numCache>
                <c:formatCode>General</c:formatCode>
                <c:ptCount val="16"/>
                <c:pt idx="0">
                  <c:v>0.0</c:v>
                </c:pt>
                <c:pt idx="1">
                  <c:v>-2000084.0365223004</c:v>
                </c:pt>
                <c:pt idx="2">
                  <c:v>-4000177.154733368</c:v>
                </c:pt>
                <c:pt idx="3">
                  <c:v>-6000278.079179782</c:v>
                </c:pt>
                <c:pt idx="4">
                  <c:v>-8000384.79678319</c:v>
                </c:pt>
                <c:pt idx="5">
                  <c:v>-10000494.723939352</c:v>
                </c:pt>
                <c:pt idx="6">
                  <c:v>-12000605.0142</c:v>
                </c:pt>
                <c:pt idx="7">
                  <c:v>-14000712.929432746</c:v>
                </c:pt>
                <c:pt idx="8">
                  <c:v>-16000816.168989414</c:v>
                </c:pt>
                <c:pt idx="9">
                  <c:v>-18000913.072494578</c:v>
                </c:pt>
                <c:pt idx="10">
                  <c:v>-20001002.667864766</c:v>
                </c:pt>
                <c:pt idx="11">
                  <c:v>-22001084.59228655</c:v>
                </c:pt>
                <c:pt idx="12">
                  <c:v>-24001158.943236344</c:v>
                </c:pt>
                <c:pt idx="13">
                  <c:v>-26001226.115378387</c:v>
                </c:pt>
                <c:pt idx="14">
                  <c:v>-28001286.660209227</c:v>
                </c:pt>
                <c:pt idx="15">
                  <c:v>-30001341.183776304</c:v>
                </c:pt>
              </c:numCache>
            </c:numRef>
          </c:val>
          <c:smooth/>
        </c:ser>
        <c:ser>
          <c:idx val="1"/>
          <c:order val="1"/>
          <c:tx>
            <c:strRef>
              <c:f>Sheet1!$C$1</c:f>
              <c:strCache>
                <c:ptCount val="1"/>
                <c:pt idx="0">
                  <c:v>TV</c:v>
                </c:pt>
              </c:strCache>
            </c:strRef>
          </c:tx>
          <c:spPr>
            <a:ln w="31750">
              <a:solidFill>
                <a:srgbClr val="005659"/>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Sheet1!$C$2:$C$202</c:f>
              <c:numCache>
                <c:formatCode>General</c:formatCode>
                <c:ptCount val="201"/>
                <c:pt idx="0">
                  <c:v>0.0</c:v>
                </c:pt>
                <c:pt idx="1">
                  <c:v>-2000002.8605808008</c:v>
                </c:pt>
                <c:pt idx="2">
                  <c:v>-4000005.725865542</c:v>
                </c:pt>
                <c:pt idx="3">
                  <c:v>-6000008.595803087</c:v>
                </c:pt>
                <c:pt idx="4">
                  <c:v>-8000011.470341868</c:v>
                </c:pt>
                <c:pt idx="5">
                  <c:v>-10000014.349429898</c:v>
                </c:pt>
                <c:pt idx="6">
                  <c:v>-12000017.233014766</c:v>
                </c:pt>
                <c:pt idx="7">
                  <c:v>-14000020.121043652</c:v>
                </c:pt>
                <c:pt idx="8">
                  <c:v>-16000023.013463316</c:v>
                </c:pt>
                <c:pt idx="9">
                  <c:v>-18000025.910220116</c:v>
                </c:pt>
                <c:pt idx="10">
                  <c:v>-20000028.81126001</c:v>
                </c:pt>
                <c:pt idx="11">
                  <c:v>-22000031.716528554</c:v>
                </c:pt>
                <c:pt idx="12">
                  <c:v>-24000034.625970904</c:v>
                </c:pt>
                <c:pt idx="13">
                  <c:v>-26000037.539531842</c:v>
                </c:pt>
                <c:pt idx="14">
                  <c:v>-28000040.457155753</c:v>
                </c:pt>
                <c:pt idx="15">
                  <c:v>-30000043.378786646</c:v>
                </c:pt>
                <c:pt idx="16">
                  <c:v>-32000046.304368157</c:v>
                </c:pt>
                <c:pt idx="17">
                  <c:v>-34000049.23384355</c:v>
                </c:pt>
                <c:pt idx="18">
                  <c:v>-36000052.167155735</c:v>
                </c:pt>
                <c:pt idx="19">
                  <c:v>-38000055.104247235</c:v>
                </c:pt>
                <c:pt idx="20">
                  <c:v>-40000058.04506025</c:v>
                </c:pt>
                <c:pt idx="21">
                  <c:v>-42000060.98953661</c:v>
                </c:pt>
                <c:pt idx="22">
                  <c:v>-44000063.937617816</c:v>
                </c:pt>
                <c:pt idx="23">
                  <c:v>-46000066.88924502</c:v>
                </c:pt>
                <c:pt idx="24">
                  <c:v>-48000069.84435904</c:v>
                </c:pt>
                <c:pt idx="25">
                  <c:v>-50000072.802900374</c:v>
                </c:pt>
                <c:pt idx="26">
                  <c:v>-52000075.7648092</c:v>
                </c:pt>
                <c:pt idx="27">
                  <c:v>-54000078.730025366</c:v>
                </c:pt>
                <c:pt idx="28">
                  <c:v>-56000081.69848844</c:v>
                </c:pt>
                <c:pt idx="29">
                  <c:v>-58000084.67013764</c:v>
                </c:pt>
                <c:pt idx="30">
                  <c:v>-60000087.64491193</c:v>
                </c:pt>
                <c:pt idx="31">
                  <c:v>-62000090.622749954</c:v>
                </c:pt>
                <c:pt idx="32">
                  <c:v>-64000093.603590086</c:v>
                </c:pt>
                <c:pt idx="33">
                  <c:v>-66000096.58737042</c:v>
                </c:pt>
                <c:pt idx="34">
                  <c:v>-68000099.57402875</c:v>
                </c:pt>
                <c:pt idx="35">
                  <c:v>-70000102.56350264</c:v>
                </c:pt>
                <c:pt idx="36">
                  <c:v>-72000105.55572937</c:v>
                </c:pt>
                <c:pt idx="37">
                  <c:v>-74000108.55064599</c:v>
                </c:pt>
                <c:pt idx="38">
                  <c:v>-76000111.54818925</c:v>
                </c:pt>
                <c:pt idx="39">
                  <c:v>-78000114.54829572</c:v>
                </c:pt>
                <c:pt idx="40">
                  <c:v>-80000117.55090168</c:v>
                </c:pt>
                <c:pt idx="41">
                  <c:v>-82000120.55594324</c:v>
                </c:pt>
                <c:pt idx="42">
                  <c:v>-84000123.56335624</c:v>
                </c:pt>
                <c:pt idx="43">
                  <c:v>-86000126.57307632</c:v>
                </c:pt>
                <c:pt idx="44">
                  <c:v>-88000129.58503892</c:v>
                </c:pt>
                <c:pt idx="45">
                  <c:v>-90000132.59917927</c:v>
                </c:pt>
                <c:pt idx="46">
                  <c:v>-92000135.61543241</c:v>
                </c:pt>
                <c:pt idx="47">
                  <c:v>-94000138.63373318</c:v>
                </c:pt>
                <c:pt idx="48">
                  <c:v>-96000141.65401627</c:v>
                </c:pt>
                <c:pt idx="49">
                  <c:v>-98000144.67621616</c:v>
                </c:pt>
                <c:pt idx="50">
                  <c:v>-100000147.7002672</c:v>
                </c:pt>
                <c:pt idx="51">
                  <c:v>-102000150.72610353</c:v>
                </c:pt>
                <c:pt idx="52">
                  <c:v>-104000153.7536592</c:v>
                </c:pt>
                <c:pt idx="53">
                  <c:v>-106000156.78286807</c:v>
                </c:pt>
                <c:pt idx="54">
                  <c:v>-108000159.81366388</c:v>
                </c:pt>
                <c:pt idx="55">
                  <c:v>-110000162.84598023</c:v>
                </c:pt>
                <c:pt idx="56">
                  <c:v>-112000165.87975061</c:v>
                </c:pt>
                <c:pt idx="57">
                  <c:v>-114000168.91490838</c:v>
                </c:pt>
                <c:pt idx="58">
                  <c:v>-116000171.95138681</c:v>
                </c:pt>
                <c:pt idx="59">
                  <c:v>-118000174.98911904</c:v>
                </c:pt>
                <c:pt idx="60">
                  <c:v>-120000178.02803813</c:v>
                </c:pt>
                <c:pt idx="61">
                  <c:v>-122000181.06807707</c:v>
                </c:pt>
                <c:pt idx="62">
                  <c:v>-124000184.10916877</c:v>
                </c:pt>
                <c:pt idx="63">
                  <c:v>-126000187.15124603</c:v>
                </c:pt>
                <c:pt idx="64">
                  <c:v>-128000190.1942416</c:v>
                </c:pt>
                <c:pt idx="65">
                  <c:v>-130000193.23808822</c:v>
                </c:pt>
                <c:pt idx="66">
                  <c:v>-132000196.28271852</c:v>
                </c:pt>
                <c:pt idx="67">
                  <c:v>-134000199.32806513</c:v>
                </c:pt>
                <c:pt idx="68">
                  <c:v>-136000202.3740606</c:v>
                </c:pt>
                <c:pt idx="69">
                  <c:v>-138000205.4206375</c:v>
                </c:pt>
                <c:pt idx="70">
                  <c:v>-140000208.46772838</c:v>
                </c:pt>
                <c:pt idx="71">
                  <c:v>-142000211.5152657</c:v>
                </c:pt>
                <c:pt idx="72">
                  <c:v>-144000214.56318203</c:v>
                </c:pt>
                <c:pt idx="73">
                  <c:v>-146000217.61140987</c:v>
                </c:pt>
                <c:pt idx="74">
                  <c:v>-148000220.65988177</c:v>
                </c:pt>
                <c:pt idx="75">
                  <c:v>-150000223.70853025</c:v>
                </c:pt>
                <c:pt idx="76">
                  <c:v>-152000226.75728786</c:v>
                </c:pt>
                <c:pt idx="77">
                  <c:v>-154000229.80608726</c:v>
                </c:pt>
                <c:pt idx="78">
                  <c:v>-156000232.85486105</c:v>
                </c:pt>
                <c:pt idx="79">
                  <c:v>-158000235.90354192</c:v>
                </c:pt>
                <c:pt idx="80">
                  <c:v>-160000238.95206267</c:v>
                </c:pt>
                <c:pt idx="81">
                  <c:v>-162000242.00035608</c:v>
                </c:pt>
                <c:pt idx="82">
                  <c:v>-164000245.048355</c:v>
                </c:pt>
                <c:pt idx="83">
                  <c:v>-166000248.09599242</c:v>
                </c:pt>
                <c:pt idx="84">
                  <c:v>-168000251.14320138</c:v>
                </c:pt>
                <c:pt idx="85">
                  <c:v>-170000254.18991503</c:v>
                </c:pt>
                <c:pt idx="86">
                  <c:v>-172000257.23606655</c:v>
                </c:pt>
                <c:pt idx="87">
                  <c:v>-174000260.28158936</c:v>
                </c:pt>
                <c:pt idx="88">
                  <c:v>-176000263.32641682</c:v>
                </c:pt>
                <c:pt idx="89">
                  <c:v>-178000266.37048256</c:v>
                </c:pt>
                <c:pt idx="90">
                  <c:v>-180000269.4137203</c:v>
                </c:pt>
                <c:pt idx="91">
                  <c:v>-182000272.45606384</c:v>
                </c:pt>
                <c:pt idx="92">
                  <c:v>-184000275.49744716</c:v>
                </c:pt>
                <c:pt idx="93">
                  <c:v>-186000278.53780442</c:v>
                </c:pt>
                <c:pt idx="94">
                  <c:v>-188000281.57706988</c:v>
                </c:pt>
                <c:pt idx="95">
                  <c:v>-190000284.615178</c:v>
                </c:pt>
                <c:pt idx="96">
                  <c:v>-192000287.6520634</c:v>
                </c:pt>
                <c:pt idx="97">
                  <c:v>-194000290.68766087</c:v>
                </c:pt>
                <c:pt idx="98">
                  <c:v>-196000293.72190538</c:v>
                </c:pt>
                <c:pt idx="99">
                  <c:v>-198000296.75473216</c:v>
                </c:pt>
                <c:pt idx="100">
                  <c:v>-200000299.78607652</c:v>
                </c:pt>
                <c:pt idx="101">
                  <c:v>-202000302.81587404</c:v>
                </c:pt>
                <c:pt idx="102">
                  <c:v>-204000305.8440605</c:v>
                </c:pt>
                <c:pt idx="103">
                  <c:v>-206000308.87057197</c:v>
                </c:pt>
                <c:pt idx="104">
                  <c:v>-208000311.8953446</c:v>
                </c:pt>
                <c:pt idx="105">
                  <c:v>-210000314.91831487</c:v>
                </c:pt>
                <c:pt idx="106">
                  <c:v>-212000317.93941948</c:v>
                </c:pt>
                <c:pt idx="107">
                  <c:v>-214000320.95859537</c:v>
                </c:pt>
                <c:pt idx="108">
                  <c:v>-216000323.9757797</c:v>
                </c:pt>
                <c:pt idx="109">
                  <c:v>-218000326.99090996</c:v>
                </c:pt>
                <c:pt idx="110">
                  <c:v>-220000330.0039238</c:v>
                </c:pt>
                <c:pt idx="111">
                  <c:v>-222000333.01475924</c:v>
                </c:pt>
                <c:pt idx="112">
                  <c:v>-224000336.0233545</c:v>
                </c:pt>
                <c:pt idx="113">
                  <c:v>-226000339.02964813</c:v>
                </c:pt>
                <c:pt idx="114">
                  <c:v>-228000342.03357893</c:v>
                </c:pt>
                <c:pt idx="115">
                  <c:v>-230000345.03508598</c:v>
                </c:pt>
                <c:pt idx="116">
                  <c:v>-232000348.03410873</c:v>
                </c:pt>
                <c:pt idx="117">
                  <c:v>-234000351.03058684</c:v>
                </c:pt>
                <c:pt idx="118">
                  <c:v>-236000354.02446035</c:v>
                </c:pt>
                <c:pt idx="119">
                  <c:v>-238000357.01566958</c:v>
                </c:pt>
                <c:pt idx="120">
                  <c:v>-240000360.0041552</c:v>
                </c:pt>
                <c:pt idx="121">
                  <c:v>-242000362.98985812</c:v>
                </c:pt>
                <c:pt idx="122">
                  <c:v>-244000365.97271973</c:v>
                </c:pt>
                <c:pt idx="123">
                  <c:v>-246000368.9526816</c:v>
                </c:pt>
                <c:pt idx="124">
                  <c:v>-248000371.92968577</c:v>
                </c:pt>
                <c:pt idx="125">
                  <c:v>-250000374.9036745</c:v>
                </c:pt>
                <c:pt idx="126">
                  <c:v>-252000377.87459055</c:v>
                </c:pt>
                <c:pt idx="127">
                  <c:v>-254000380.84237686</c:v>
                </c:pt>
                <c:pt idx="128">
                  <c:v>-256000383.80697688</c:v>
                </c:pt>
                <c:pt idx="129">
                  <c:v>-258000386.76833436</c:v>
                </c:pt>
                <c:pt idx="130">
                  <c:v>-260000389.72639343</c:v>
                </c:pt>
                <c:pt idx="131">
                  <c:v>-262000392.68109858</c:v>
                </c:pt>
                <c:pt idx="132">
                  <c:v>-264000395.6323947</c:v>
                </c:pt>
                <c:pt idx="133">
                  <c:v>-266000398.58022708</c:v>
                </c:pt>
                <c:pt idx="134">
                  <c:v>-268000401.52454132</c:v>
                </c:pt>
                <c:pt idx="135">
                  <c:v>-270000404.4652835</c:v>
                </c:pt>
                <c:pt idx="136">
                  <c:v>-272000407.4024001</c:v>
                </c:pt>
                <c:pt idx="137">
                  <c:v>-274000410.33583784</c:v>
                </c:pt>
                <c:pt idx="138">
                  <c:v>-276000413.2655441</c:v>
                </c:pt>
                <c:pt idx="139">
                  <c:v>-278000416.19146645</c:v>
                </c:pt>
                <c:pt idx="140">
                  <c:v>-280000419.113553</c:v>
                </c:pt>
                <c:pt idx="141">
                  <c:v>-282000422.03175217</c:v>
                </c:pt>
                <c:pt idx="142">
                  <c:v>-284000424.9460129</c:v>
                </c:pt>
                <c:pt idx="143">
                  <c:v>-286000427.85628456</c:v>
                </c:pt>
                <c:pt idx="144">
                  <c:v>-288000430.7625168</c:v>
                </c:pt>
                <c:pt idx="145">
                  <c:v>-290000433.6646598</c:v>
                </c:pt>
                <c:pt idx="146">
                  <c:v>-292000436.5626643</c:v>
                </c:pt>
                <c:pt idx="147">
                  <c:v>-294000439.4564811</c:v>
                </c:pt>
                <c:pt idx="148">
                  <c:v>-296000442.34606194</c:v>
                </c:pt>
                <c:pt idx="149">
                  <c:v>-298000445.2313586</c:v>
                </c:pt>
                <c:pt idx="150">
                  <c:v>-300000448.1123234</c:v>
                </c:pt>
                <c:pt idx="151">
                  <c:v>-302000450.9889093</c:v>
                </c:pt>
                <c:pt idx="152">
                  <c:v>-304000453.8610695</c:v>
                </c:pt>
                <c:pt idx="153">
                  <c:v>-306000456.7287576</c:v>
                </c:pt>
                <c:pt idx="154">
                  <c:v>-308000459.59192795</c:v>
                </c:pt>
                <c:pt idx="155">
                  <c:v>-310000462.4505351</c:v>
                </c:pt>
                <c:pt idx="156">
                  <c:v>-312000465.3045341</c:v>
                </c:pt>
                <c:pt idx="157">
                  <c:v>-314000468.15388054</c:v>
                </c:pt>
                <c:pt idx="158">
                  <c:v>-316000470.9985304</c:v>
                </c:pt>
                <c:pt idx="159">
                  <c:v>-318000473.8384401</c:v>
                </c:pt>
                <c:pt idx="160">
                  <c:v>-320000476.67356676</c:v>
                </c:pt>
                <c:pt idx="161">
                  <c:v>-322000479.5038676</c:v>
                </c:pt>
                <c:pt idx="162">
                  <c:v>-324000482.32930064</c:v>
                </c:pt>
                <c:pt idx="163">
                  <c:v>-326000485.14982414</c:v>
                </c:pt>
                <c:pt idx="164">
                  <c:v>-328000487.96539694</c:v>
                </c:pt>
                <c:pt idx="165">
                  <c:v>-330000490.7759784</c:v>
                </c:pt>
                <c:pt idx="166">
                  <c:v>-332000493.58152825</c:v>
                </c:pt>
                <c:pt idx="167">
                  <c:v>-334000496.38200676</c:v>
                </c:pt>
                <c:pt idx="168">
                  <c:v>-336000499.1773747</c:v>
                </c:pt>
                <c:pt idx="169">
                  <c:v>-338000501.96759325</c:v>
                </c:pt>
                <c:pt idx="170">
                  <c:v>-340000504.75262415</c:v>
                </c:pt>
                <c:pt idx="171">
                  <c:v>-342000507.5324295</c:v>
                </c:pt>
                <c:pt idx="172">
                  <c:v>-344000510.3069721</c:v>
                </c:pt>
                <c:pt idx="173">
                  <c:v>-346000513.07621497</c:v>
                </c:pt>
                <c:pt idx="174">
                  <c:v>-348000515.8401218</c:v>
                </c:pt>
                <c:pt idx="175">
                  <c:v>-350000518.5986567</c:v>
                </c:pt>
                <c:pt idx="176">
                  <c:v>-352000521.3517843</c:v>
                </c:pt>
                <c:pt idx="177">
                  <c:v>-354000524.09946966</c:v>
                </c:pt>
                <c:pt idx="178">
                  <c:v>-356000526.8416784</c:v>
                </c:pt>
                <c:pt idx="179">
                  <c:v>-358000529.57837653</c:v>
                </c:pt>
                <c:pt idx="180">
                  <c:v>-360000532.3095306</c:v>
                </c:pt>
                <c:pt idx="181">
                  <c:v>-362000535.0351078</c:v>
                </c:pt>
                <c:pt idx="182">
                  <c:v>-364000537.7550754</c:v>
                </c:pt>
                <c:pt idx="183">
                  <c:v>-366000540.4694016</c:v>
                </c:pt>
                <c:pt idx="184">
                  <c:v>-368000543.17805487</c:v>
                </c:pt>
                <c:pt idx="185">
                  <c:v>-370000545.88100415</c:v>
                </c:pt>
                <c:pt idx="186">
                  <c:v>-372000548.57821894</c:v>
                </c:pt>
                <c:pt idx="187">
                  <c:v>-374000551.2696692</c:v>
                </c:pt>
                <c:pt idx="188">
                  <c:v>-376000553.95532537</c:v>
                </c:pt>
                <c:pt idx="189">
                  <c:v>-378000556.63515836</c:v>
                </c:pt>
                <c:pt idx="190">
                  <c:v>-380000559.3091396</c:v>
                </c:pt>
                <c:pt idx="191">
                  <c:v>-382000561.977241</c:v>
                </c:pt>
                <c:pt idx="192">
                  <c:v>-384000564.6394349</c:v>
                </c:pt>
                <c:pt idx="193">
                  <c:v>-386000567.2956942</c:v>
                </c:pt>
                <c:pt idx="194">
                  <c:v>-388000569.9459922</c:v>
                </c:pt>
                <c:pt idx="195">
                  <c:v>-390000572.5903027</c:v>
                </c:pt>
                <c:pt idx="196">
                  <c:v>-392000575.2286001</c:v>
                </c:pt>
                <c:pt idx="197">
                  <c:v>-394000577.8608591</c:v>
                </c:pt>
                <c:pt idx="198">
                  <c:v>-396000580.487055</c:v>
                </c:pt>
                <c:pt idx="199">
                  <c:v>-398000583.1071635</c:v>
                </c:pt>
                <c:pt idx="200">
                  <c:v>-400000585.7211608</c:v>
                </c:pt>
              </c:numCache>
            </c:numRef>
          </c:val>
          <c:smooth/>
        </c:ser>
        <c:ser>
          <c:idx val="2"/>
          <c:order val="2"/>
          <c:tx>
            <c:strRef>
              <c:f>Sheet1!$D$1</c:f>
              <c:strCache>
                <c:ptCount val="1"/>
                <c:pt idx="0">
                  <c:v>bdg_dgt_display</c:v>
                </c:pt>
              </c:strCache>
            </c:strRef>
          </c:tx>
          <c:spPr>
            <a:ln w="31750">
              <a:solidFill>
                <a:srgbClr val="0000DD"/>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Sheet1!$D$2:$D$52</c:f>
              <c:numCache>
                <c:formatCode>General</c:formatCode>
                <c:ptCount val="51"/>
                <c:pt idx="0">
                  <c:v>0.0</c:v>
                </c:pt>
                <c:pt idx="1">
                  <c:v>-1999975.391605733</c:v>
                </c:pt>
                <c:pt idx="2">
                  <c:v>-3999945.381654874</c:v>
                </c:pt>
                <c:pt idx="3">
                  <c:v>-5999927.80203714</c:v>
                </c:pt>
                <c:pt idx="4">
                  <c:v>-7999918.371433631</c:v>
                </c:pt>
                <c:pt idx="5">
                  <c:v>-9999913.379749775</c:v>
                </c:pt>
                <c:pt idx="6">
                  <c:v>-11999910.943775473</c:v>
                </c:pt>
                <c:pt idx="7">
                  <c:v>-13999909.828008616</c:v>
                </c:pt>
                <c:pt idx="8">
                  <c:v>-15999909.33394126</c:v>
                </c:pt>
                <c:pt idx="9">
                  <c:v>-17999909.118553083</c:v>
                </c:pt>
                <c:pt idx="10">
                  <c:v>-19999909.025276233</c:v>
                </c:pt>
                <c:pt idx="11">
                  <c:v>-21999908.984987047</c:v>
                </c:pt>
                <c:pt idx="12">
                  <c:v>-23999908.9676008</c:v>
                </c:pt>
                <c:pt idx="13">
                  <c:v>-25999908.960099746</c:v>
                </c:pt>
                <c:pt idx="14">
                  <c:v>-27999908.95686347</c:v>
                </c:pt>
                <c:pt idx="15">
                  <c:v>-29999908.95546708</c:v>
                </c:pt>
                <c:pt idx="16">
                  <c:v>-31999908.954864502</c:v>
                </c:pt>
                <c:pt idx="17">
                  <c:v>-33999908.954604454</c:v>
                </c:pt>
                <c:pt idx="18">
                  <c:v>-35999908.954492226</c:v>
                </c:pt>
                <c:pt idx="19">
                  <c:v>-37999908.95444378</c:v>
                </c:pt>
                <c:pt idx="20">
                  <c:v>-39999908.954422876</c:v>
                </c:pt>
                <c:pt idx="21">
                  <c:v>-41999908.95441385</c:v>
                </c:pt>
                <c:pt idx="22">
                  <c:v>-43999908.95440996</c:v>
                </c:pt>
                <c:pt idx="23">
                  <c:v>-45999908.95440827</c:v>
                </c:pt>
                <c:pt idx="24">
                  <c:v>-47999908.95440755</c:v>
                </c:pt>
                <c:pt idx="25">
                  <c:v>-49999908.95440724</c:v>
                </c:pt>
                <c:pt idx="26">
                  <c:v>-51999908.9544071</c:v>
                </c:pt>
                <c:pt idx="27">
                  <c:v>-53999908.954407044</c:v>
                </c:pt>
                <c:pt idx="28">
                  <c:v>-55999908.954407014</c:v>
                </c:pt>
                <c:pt idx="29">
                  <c:v>-57999908.95440701</c:v>
                </c:pt>
                <c:pt idx="30">
                  <c:v>-59999908.954407</c:v>
                </c:pt>
                <c:pt idx="31">
                  <c:v>-61999908.954407</c:v>
                </c:pt>
                <c:pt idx="32">
                  <c:v>-63999908.954407</c:v>
                </c:pt>
                <c:pt idx="33">
                  <c:v>-65999908.954407</c:v>
                </c:pt>
                <c:pt idx="34">
                  <c:v>-67999908.95440699</c:v>
                </c:pt>
                <c:pt idx="35">
                  <c:v>-69999908.95440699</c:v>
                </c:pt>
                <c:pt idx="36">
                  <c:v>-71999908.95440699</c:v>
                </c:pt>
                <c:pt idx="37">
                  <c:v>-73999908.95440699</c:v>
                </c:pt>
                <c:pt idx="38">
                  <c:v>-75999908.95440699</c:v>
                </c:pt>
                <c:pt idx="39">
                  <c:v>-77999908.95440699</c:v>
                </c:pt>
                <c:pt idx="40">
                  <c:v>-79999908.95440699</c:v>
                </c:pt>
                <c:pt idx="41">
                  <c:v>-81999908.95440699</c:v>
                </c:pt>
                <c:pt idx="42">
                  <c:v>-83999908.95440699</c:v>
                </c:pt>
                <c:pt idx="43">
                  <c:v>-85999908.95440699</c:v>
                </c:pt>
                <c:pt idx="44">
                  <c:v>-87999908.95440699</c:v>
                </c:pt>
                <c:pt idx="45">
                  <c:v>-89999908.95440699</c:v>
                </c:pt>
                <c:pt idx="46">
                  <c:v>-91999908.95440699</c:v>
                </c:pt>
                <c:pt idx="47">
                  <c:v>-93999908.95440699</c:v>
                </c:pt>
                <c:pt idx="48">
                  <c:v>-95999908.95440699</c:v>
                </c:pt>
                <c:pt idx="49">
                  <c:v>-97999908.95440699</c:v>
                </c:pt>
                <c:pt idx="50">
                  <c:v>-99999908.95440699</c:v>
                </c:pt>
              </c:numCache>
            </c:numRef>
          </c:val>
          <c:smooth/>
        </c:ser>
        <c:ser>
          <c:idx val="3"/>
          <c:order val="3"/>
          <c:tx>
            <c:strRef>
              <c:f>Sheet1!$E$1</c:f>
              <c:strCache>
                <c:ptCount val="1"/>
                <c:pt idx="0">
                  <c:v>bdg_dgt_perform</c:v>
                </c:pt>
              </c:strCache>
            </c:strRef>
          </c:tx>
          <c:spPr>
            <a:ln w="31750"/>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Sheet1!$E$2:$E$27</c:f>
              <c:numCache>
                <c:formatCode>General</c:formatCode>
                <c:ptCount val="26"/>
                <c:pt idx="0">
                  <c:v>0.0</c:v>
                </c:pt>
                <c:pt idx="1">
                  <c:v>-2000000.0</c:v>
                </c:pt>
                <c:pt idx="2">
                  <c:v>-4000000.0</c:v>
                </c:pt>
                <c:pt idx="3">
                  <c:v>-6000000.0</c:v>
                </c:pt>
                <c:pt idx="4">
                  <c:v>-8000000.0</c:v>
                </c:pt>
                <c:pt idx="5">
                  <c:v>-10000000.0</c:v>
                </c:pt>
                <c:pt idx="6">
                  <c:v>-12000000.0</c:v>
                </c:pt>
                <c:pt idx="7">
                  <c:v>-14000000.0</c:v>
                </c:pt>
                <c:pt idx="8">
                  <c:v>-16000000.0</c:v>
                </c:pt>
                <c:pt idx="9">
                  <c:v>-18000000.0</c:v>
                </c:pt>
                <c:pt idx="10">
                  <c:v>-20000000.0</c:v>
                </c:pt>
                <c:pt idx="11">
                  <c:v>-22000000.0</c:v>
                </c:pt>
                <c:pt idx="12">
                  <c:v>-24000000.0</c:v>
                </c:pt>
                <c:pt idx="13">
                  <c:v>-26000000.0</c:v>
                </c:pt>
                <c:pt idx="14">
                  <c:v>-28000000.0</c:v>
                </c:pt>
                <c:pt idx="15">
                  <c:v>-30000000.0</c:v>
                </c:pt>
                <c:pt idx="16">
                  <c:v>-32000000.0</c:v>
                </c:pt>
                <c:pt idx="17">
                  <c:v>-34000000.0</c:v>
                </c:pt>
                <c:pt idx="18">
                  <c:v>-36000000.0</c:v>
                </c:pt>
                <c:pt idx="19">
                  <c:v>-38000000.0</c:v>
                </c:pt>
                <c:pt idx="20">
                  <c:v>-40000000.0</c:v>
                </c:pt>
                <c:pt idx="21">
                  <c:v>-42000000.0</c:v>
                </c:pt>
                <c:pt idx="22">
                  <c:v>-44000000.0</c:v>
                </c:pt>
                <c:pt idx="23">
                  <c:v>-46000000.0</c:v>
                </c:pt>
                <c:pt idx="24">
                  <c:v>-48000000.0</c:v>
                </c:pt>
                <c:pt idx="25">
                  <c:v>-50000000.0</c:v>
                </c:pt>
              </c:numCache>
            </c:numRef>
          </c:val>
          <c:smooth/>
        </c:ser>
        <c:ser>
          <c:idx val="4"/>
          <c:order val="4"/>
          <c:tx>
            <c:strRef>
              <c:f>Sheet1!$F$1</c:f>
              <c:strCache>
                <c:ptCount val="1"/>
                <c:pt idx="0">
                  <c:v>bdg_dgt_special</c:v>
                </c:pt>
              </c:strCache>
            </c:strRef>
          </c:tx>
          <c:spPr>
            <a:ln w="31750">
              <a:solidFill>
                <a:srgbClr val="00FDCF"/>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Sheet1!$F$2:$F$52</c:f>
              <c:numCache>
                <c:formatCode>General</c:formatCode>
                <c:ptCount val="51"/>
                <c:pt idx="0">
                  <c:v>0.0</c:v>
                </c:pt>
                <c:pt idx="1">
                  <c:v>-1999942.2714129887</c:v>
                </c:pt>
                <c:pt idx="2">
                  <c:v>-3999878.554587079</c:v>
                </c:pt>
                <c:pt idx="3">
                  <c:v>-5999811.021076443</c:v>
                </c:pt>
                <c:pt idx="4">
                  <c:v>-7999742.45598954</c:v>
                </c:pt>
                <c:pt idx="5">
                  <c:v>-9999675.723780984</c:v>
                </c:pt>
                <c:pt idx="6">
                  <c:v>-11999613.214100549</c:v>
                </c:pt>
                <c:pt idx="7">
                  <c:v>-13999556.492095737</c:v>
                </c:pt>
                <c:pt idx="8">
                  <c:v>-15999506.243200632</c:v>
                </c:pt>
                <c:pt idx="9">
                  <c:v>-17999462.44449932</c:v>
                </c:pt>
                <c:pt idx="10">
                  <c:v>-19999424.625370994</c:v>
                </c:pt>
                <c:pt idx="11">
                  <c:v>-21999392.105877817</c:v>
                </c:pt>
                <c:pt idx="12">
                  <c:v>-23999364.162956677</c:v>
                </c:pt>
                <c:pt idx="13">
                  <c:v>-25999340.122704457</c:v>
                </c:pt>
                <c:pt idx="14">
                  <c:v>-27999319.3984907</c:v>
                </c:pt>
                <c:pt idx="15">
                  <c:v>-29999301.4971033</c:v>
                </c:pt>
                <c:pt idx="16">
                  <c:v>-31999286.00965905</c:v>
                </c:pt>
                <c:pt idx="17">
                  <c:v>-33999272.597449064</c:v>
                </c:pt>
                <c:pt idx="18">
                  <c:v>-35999260.977885835</c:v>
                </c:pt>
                <c:pt idx="19">
                  <c:v>-37999250.912628405</c:v>
                </c:pt>
                <c:pt idx="20">
                  <c:v>-39999242.198331386</c:v>
                </c:pt>
                <c:pt idx="21">
                  <c:v>-41999234.65974167</c:v>
                </c:pt>
                <c:pt idx="22">
                  <c:v>-43999228.144637555</c:v>
                </c:pt>
                <c:pt idx="23">
                  <c:v>-45999222.52010821</c:v>
                </c:pt>
                <c:pt idx="24">
                  <c:v>-47999217.66976225</c:v>
                </c:pt>
                <c:pt idx="25">
                  <c:v>-49999213.49156206</c:v>
                </c:pt>
                <c:pt idx="26">
                  <c:v>-51999209.896075346</c:v>
                </c:pt>
                <c:pt idx="27">
                  <c:v>-53999206.80500804</c:v>
                </c:pt>
                <c:pt idx="28">
                  <c:v>-55999204.14993412</c:v>
                </c:pt>
                <c:pt idx="29">
                  <c:v>-57999201.871171676</c:v>
                </c:pt>
                <c:pt idx="30">
                  <c:v>-59999199.916775554</c:v>
                </c:pt>
                <c:pt idx="31">
                  <c:v>-61999198.241629496</c:v>
                </c:pt>
                <c:pt idx="32">
                  <c:v>-63999196.80662717</c:v>
                </c:pt>
                <c:pt idx="33">
                  <c:v>-65999195.57793515</c:v>
                </c:pt>
                <c:pt idx="34">
                  <c:v>-67999194.52633211</c:v>
                </c:pt>
                <c:pt idx="35">
                  <c:v>-69999193.62661904</c:v>
                </c:pt>
                <c:pt idx="36">
                  <c:v>-71999192.85709552</c:v>
                </c:pt>
                <c:pt idx="37">
                  <c:v>-73999192.19909672</c:v>
                </c:pt>
                <c:pt idx="38">
                  <c:v>-75999191.63658585</c:v>
                </c:pt>
                <c:pt idx="39">
                  <c:v>-77999191.15579693</c:v>
                </c:pt>
                <c:pt idx="40">
                  <c:v>-79999190.74492283</c:v>
                </c:pt>
                <c:pt idx="41">
                  <c:v>-81999190.39384355</c:v>
                </c:pt>
                <c:pt idx="42">
                  <c:v>-83999190.09389031</c:v>
                </c:pt>
                <c:pt idx="43">
                  <c:v>-85999189.83764131</c:v>
                </c:pt>
                <c:pt idx="44">
                  <c:v>-87999189.61874509</c:v>
                </c:pt>
                <c:pt idx="45">
                  <c:v>-89999189.43176818</c:v>
                </c:pt>
                <c:pt idx="46">
                  <c:v>-91999189.27206394</c:v>
                </c:pt>
                <c:pt idx="47">
                  <c:v>-93999189.13565964</c:v>
                </c:pt>
                <c:pt idx="48">
                  <c:v>-95999189.01915942</c:v>
                </c:pt>
                <c:pt idx="49">
                  <c:v>-97999188.9196612</c:v>
                </c:pt>
                <c:pt idx="50">
                  <c:v>-99999188.83468513</c:v>
                </c:pt>
              </c:numCache>
            </c:numRef>
          </c:val>
          <c:smooth/>
        </c:ser>
        <c:ser>
          <c:idx val="5"/>
          <c:order val="5"/>
          <c:tx>
            <c:strRef>
              <c:f>Sheet1!$G$1</c:f>
              <c:strCache>
                <c:ptCount val="1"/>
                <c:pt idx="0">
                  <c:v>bdg_dgt_video</c:v>
                </c:pt>
              </c:strCache>
            </c:strRef>
          </c:tx>
          <c:spPr>
            <a:ln w="31750">
              <a:solidFill>
                <a:srgbClr val="A17569"/>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Sheet1!$G$2:$G$52</c:f>
              <c:numCache>
                <c:formatCode>General</c:formatCode>
                <c:ptCount val="51"/>
                <c:pt idx="0">
                  <c:v>0.0</c:v>
                </c:pt>
                <c:pt idx="1">
                  <c:v>-2000145.512483325</c:v>
                </c:pt>
                <c:pt idx="2">
                  <c:v>-4000325.651274722</c:v>
                </c:pt>
                <c:pt idx="3">
                  <c:v>-6000532.757992416</c:v>
                </c:pt>
                <c:pt idx="4">
                  <c:v>-8000751.208144774</c:v>
                </c:pt>
                <c:pt idx="5">
                  <c:v>-10000962.59047044</c:v>
                </c:pt>
                <c:pt idx="6">
                  <c:v>-12001152.75403429</c:v>
                </c:pt>
                <c:pt idx="7">
                  <c:v>-14001315.382586958</c:v>
                </c:pt>
                <c:pt idx="8">
                  <c:v>-16001450.757051233</c:v>
                </c:pt>
                <c:pt idx="9">
                  <c:v>-18001562.478826668</c:v>
                </c:pt>
                <c:pt idx="10">
                  <c:v>-20001654.842644706</c:v>
                </c:pt>
                <c:pt idx="11">
                  <c:v>-22001731.58767877</c:v>
                </c:pt>
                <c:pt idx="12">
                  <c:v>-24001795.609682288</c:v>
                </c:pt>
                <c:pt idx="13">
                  <c:v>-26001849.086874865</c:v>
                </c:pt>
                <c:pt idx="14">
                  <c:v>-28001893.694295645</c:v>
                </c:pt>
                <c:pt idx="15">
                  <c:v>-30001930.77929513</c:v>
                </c:pt>
                <c:pt idx="16">
                  <c:v>-32001961.473619394</c:v>
                </c:pt>
                <c:pt idx="17">
                  <c:v>-34001986.75498263</c:v>
                </c:pt>
                <c:pt idx="18">
                  <c:v>-36002007.47765134</c:v>
                </c:pt>
                <c:pt idx="19">
                  <c:v>-38002024.387439534</c:v>
                </c:pt>
                <c:pt idx="20">
                  <c:v>-40002038.13057072</c:v>
                </c:pt>
                <c:pt idx="21">
                  <c:v>-42002049.2611642</c:v>
                </c:pt>
                <c:pt idx="22">
                  <c:v>-44002058.24916989</c:v>
                </c:pt>
                <c:pt idx="23">
                  <c:v>-46002065.48904933</c:v>
                </c:pt>
                <c:pt idx="24">
                  <c:v>-48002071.30887084</c:v>
                </c:pt>
                <c:pt idx="25">
                  <c:v>-50002075.97933955</c:v>
                </c:pt>
                <c:pt idx="26">
                  <c:v>-52002079.72235217</c:v>
                </c:pt>
                <c:pt idx="27">
                  <c:v>-54002082.718802825</c:v>
                </c:pt>
                <c:pt idx="28">
                  <c:v>-56002085.11549928</c:v>
                </c:pt>
                <c:pt idx="29">
                  <c:v>-58002087.03115243</c:v>
                </c:pt>
                <c:pt idx="30">
                  <c:v>-60002088.56147154</c:v>
                </c:pt>
                <c:pt idx="31">
                  <c:v>-62002089.783438936</c:v>
                </c:pt>
                <c:pt idx="32">
                  <c:v>-64002090.75885727</c:v>
                </c:pt>
                <c:pt idx="33">
                  <c:v>-66002091.53726809</c:v>
                </c:pt>
                <c:pt idx="34">
                  <c:v>-68002092.15833692</c:v>
                </c:pt>
                <c:pt idx="35">
                  <c:v>-70002092.65379211</c:v>
                </c:pt>
                <c:pt idx="36">
                  <c:v>-72002093.04899427</c:v>
                </c:pt>
                <c:pt idx="37">
                  <c:v>-74002093.36420241</c:v>
                </c:pt>
                <c:pt idx="38">
                  <c:v>-76002093.61559294</c:v>
                </c:pt>
                <c:pt idx="39">
                  <c:v>-78002093.81607783</c:v>
                </c:pt>
                <c:pt idx="40">
                  <c:v>-80002093.97596063</c:v>
                </c:pt>
                <c:pt idx="41">
                  <c:v>-82002094.1034617</c:v>
                </c:pt>
                <c:pt idx="42">
                  <c:v>-84002094.20513843</c:v>
                </c:pt>
                <c:pt idx="43">
                  <c:v>-86002094.28622101</c:v>
                </c:pt>
                <c:pt idx="44">
                  <c:v>-88002094.35088073</c:v>
                </c:pt>
                <c:pt idx="45">
                  <c:v>-90002094.40244414</c:v>
                </c:pt>
                <c:pt idx="46">
                  <c:v>-92002094.44356406</c:v>
                </c:pt>
                <c:pt idx="47">
                  <c:v>-94002094.47635594</c:v>
                </c:pt>
                <c:pt idx="48">
                  <c:v>-96002094.50250669</c:v>
                </c:pt>
                <c:pt idx="49">
                  <c:v>-98002094.52336147</c:v>
                </c:pt>
                <c:pt idx="50">
                  <c:v>-100002094.539993</c:v>
                </c:pt>
              </c:numCache>
            </c:numRef>
          </c:val>
          <c:smooth/>
        </c:ser>
        <c:ser>
          <c:idx val="6"/>
          <c:order val="6"/>
          <c:tx>
            <c:strRef>
              <c:f>Sheet1!$H$1</c:f>
              <c:strCache>
                <c:ptCount val="1"/>
                <c:pt idx="0">
                  <c:v>bdg_ecom</c:v>
                </c:pt>
              </c:strCache>
            </c:strRef>
          </c:tx>
          <c:spPr>
            <a:ln w="31750">
              <a:solidFill>
                <a:srgbClr val="BCB6FF"/>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Sheet1!$H$2:$H$17</c:f>
              <c:numCache>
                <c:formatCode>General</c:formatCode>
                <c:ptCount val="16"/>
                <c:pt idx="0">
                  <c:v>0.0</c:v>
                </c:pt>
                <c:pt idx="1">
                  <c:v>-1998811.2415186455</c:v>
                </c:pt>
                <c:pt idx="2">
                  <c:v>-3997336.3291615047</c:v>
                </c:pt>
                <c:pt idx="3">
                  <c:v>-5996020.859636531</c:v>
                </c:pt>
                <c:pt idx="4">
                  <c:v>-7995074.07090708</c:v>
                </c:pt>
                <c:pt idx="5">
                  <c:v>-9994431.959055988</c:v>
                </c:pt>
                <c:pt idx="6">
                  <c:v>-11993994.787786776</c:v>
                </c:pt>
                <c:pt idx="7">
                  <c:v>-13993697.307545219</c:v>
                </c:pt>
                <c:pt idx="8">
                  <c:v>-15993497.65440544</c:v>
                </c:pt>
                <c:pt idx="9">
                  <c:v>-17993366.06253358</c:v>
                </c:pt>
                <c:pt idx="10">
                  <c:v>-19993280.721265133</c:v>
                </c:pt>
                <c:pt idx="11">
                  <c:v>-21993226.04851824</c:v>
                </c:pt>
                <c:pt idx="12">
                  <c:v>-23993191.319131766</c:v>
                </c:pt>
                <c:pt idx="13">
                  <c:v>-25993169.3805852</c:v>
                </c:pt>
                <c:pt idx="14">
                  <c:v>-27993155.570384584</c:v>
                </c:pt>
                <c:pt idx="15">
                  <c:v>-29993146.89531592</c:v>
                </c:pt>
              </c:numCache>
            </c:numRef>
          </c:val>
          <c:smooth/>
        </c:ser>
        <c:ser>
          <c:idx val="7"/>
          <c:order val="7"/>
          <c:tx>
            <c:strRef>
              <c:f>Sheet1!$I$1</c:f>
              <c:strCache>
                <c:ptCount val="1"/>
                <c:pt idx="0">
                  <c:v>bdg_ooh</c:v>
                </c:pt>
              </c:strCache>
            </c:strRef>
          </c:tx>
          <c:spPr>
            <a:ln w="31750">
              <a:solidFill>
                <a:srgbClr val="95B577"/>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Sheet1!$I$2:$I$52</c:f>
              <c:numCache>
                <c:formatCode>General</c:formatCode>
                <c:ptCount val="51"/>
                <c:pt idx="0">
                  <c:v>0.0</c:v>
                </c:pt>
                <c:pt idx="1">
                  <c:v>-1999518.5087157069</c:v>
                </c:pt>
                <c:pt idx="2">
                  <c:v>-3998985.2995602996</c:v>
                </c:pt>
                <c:pt idx="3">
                  <c:v>-5998587.739086554</c:v>
                </c:pt>
                <c:pt idx="4">
                  <c:v>-7998336.404999964</c:v>
                </c:pt>
                <c:pt idx="5">
                  <c:v>-9998178.820391646</c:v>
                </c:pt>
                <c:pt idx="6">
                  <c:v>-11998079.601756979</c:v>
                </c:pt>
                <c:pt idx="7">
                  <c:v>-13998018.061530223</c:v>
                </c:pt>
                <c:pt idx="8">
                  <c:v>-15997980.67708166</c:v>
                </c:pt>
                <c:pt idx="9">
                  <c:v>-17997958.35889489</c:v>
                </c:pt>
                <c:pt idx="10">
                  <c:v>-19997945.19497768</c:v>
                </c:pt>
                <c:pt idx="11">
                  <c:v>-21997937.48933112</c:v>
                </c:pt>
                <c:pt idx="12">
                  <c:v>-23997932.99906246</c:v>
                </c:pt>
                <c:pt idx="13">
                  <c:v>-25997930.38915439</c:v>
                </c:pt>
                <c:pt idx="14">
                  <c:v>-27997928.874267623</c:v>
                </c:pt>
                <c:pt idx="15">
                  <c:v>-29997927.99557893</c:v>
                </c:pt>
                <c:pt idx="16">
                  <c:v>-31997927.486063626</c:v>
                </c:pt>
                <c:pt idx="17">
                  <c:v>-33997927.19064543</c:v>
                </c:pt>
                <c:pt idx="18">
                  <c:v>-35997927.019359656</c:v>
                </c:pt>
                <c:pt idx="19">
                  <c:v>-37997926.92004105</c:v>
                </c:pt>
                <c:pt idx="20">
                  <c:v>-39997926.86244758</c:v>
                </c:pt>
                <c:pt idx="21">
                  <c:v>-41997926.82904734</c:v>
                </c:pt>
                <c:pt idx="22">
                  <c:v>-43997926.809676096</c:v>
                </c:pt>
                <c:pt idx="23">
                  <c:v>-45997926.798440576</c:v>
                </c:pt>
                <c:pt idx="24">
                  <c:v>-47997926.791923515</c:v>
                </c:pt>
                <c:pt idx="25">
                  <c:v>-49997926.78814318</c:v>
                </c:pt>
                <c:pt idx="26">
                  <c:v>-51997926.78595026</c:v>
                </c:pt>
                <c:pt idx="27">
                  <c:v>-53997926.784678124</c:v>
                </c:pt>
                <c:pt idx="28">
                  <c:v>-55997926.78394014</c:v>
                </c:pt>
                <c:pt idx="29">
                  <c:v>-57997926.78351201</c:v>
                </c:pt>
                <c:pt idx="30">
                  <c:v>-59997926.78326363</c:v>
                </c:pt>
                <c:pt idx="31">
                  <c:v>-61997926.783119544</c:v>
                </c:pt>
                <c:pt idx="32">
                  <c:v>-63997926.78303594</c:v>
                </c:pt>
                <c:pt idx="33">
                  <c:v>-65997926.782987446</c:v>
                </c:pt>
                <c:pt idx="34">
                  <c:v>-67997926.78295931</c:v>
                </c:pt>
                <c:pt idx="35">
                  <c:v>-69997926.78294298</c:v>
                </c:pt>
                <c:pt idx="36">
                  <c:v>-71997926.78293352</c:v>
                </c:pt>
                <c:pt idx="37">
                  <c:v>-73997926.78292802</c:v>
                </c:pt>
                <c:pt idx="38">
                  <c:v>-75997926.78292483</c:v>
                </c:pt>
                <c:pt idx="39">
                  <c:v>-77997926.78292298</c:v>
                </c:pt>
                <c:pt idx="40">
                  <c:v>-79997926.78292191</c:v>
                </c:pt>
                <c:pt idx="41">
                  <c:v>-81997926.78292128</c:v>
                </c:pt>
                <c:pt idx="42">
                  <c:v>-83997926.78292093</c:v>
                </c:pt>
                <c:pt idx="43">
                  <c:v>-85997926.78292072</c:v>
                </c:pt>
                <c:pt idx="44">
                  <c:v>-87997926.7829206</c:v>
                </c:pt>
                <c:pt idx="45">
                  <c:v>-89997926.78292052</c:v>
                </c:pt>
                <c:pt idx="46">
                  <c:v>-91997926.78292048</c:v>
                </c:pt>
                <c:pt idx="47">
                  <c:v>-93997926.78292046</c:v>
                </c:pt>
                <c:pt idx="48">
                  <c:v>-95997926.78292045</c:v>
                </c:pt>
                <c:pt idx="49">
                  <c:v>-97997926.78292044</c:v>
                </c:pt>
                <c:pt idx="50">
                  <c:v>-99997926.78292044</c:v>
                </c:pt>
              </c:numCache>
            </c:numRef>
          </c:val>
          <c:smooth/>
        </c:ser>
        <c:ser>
          <c:idx val="8"/>
          <c:order val="8"/>
          <c:tx>
            <c:strRef>
              <c:f>Sheet1!$J$1</c:f>
              <c:strCache>
                <c:ptCount val="1"/>
                <c:pt idx="0">
                  <c:v>bdg_pos</c:v>
                </c:pt>
              </c:strCache>
            </c:strRef>
          </c:tx>
          <c:spPr>
            <a:ln w="31750">
              <a:solidFill>
                <a:srgbClr val="BF03B8"/>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Sheet1!$J$2:$J$27</c:f>
              <c:numCache>
                <c:formatCode>General</c:formatCode>
                <c:ptCount val="26"/>
                <c:pt idx="0">
                  <c:v>0.0</c:v>
                </c:pt>
                <c:pt idx="1">
                  <c:v>-1999990.5052013472</c:v>
                </c:pt>
                <c:pt idx="2">
                  <c:v>-3999980.411612093</c:v>
                </c:pt>
                <c:pt idx="3">
                  <c:v>-5999969.741129523</c:v>
                </c:pt>
                <c:pt idx="4">
                  <c:v>-7999958.52923011</c:v>
                </c:pt>
                <c:pt idx="5">
                  <c:v>-9999946.82533838</c:v>
                </c:pt>
                <c:pt idx="6">
                  <c:v>-11999934.69241314</c:v>
                </c:pt>
                <c:pt idx="7">
                  <c:v>-13999922.205667702</c:v>
                </c:pt>
                <c:pt idx="8">
                  <c:v>-15999909.450429695</c:v>
                </c:pt>
                <c:pt idx="9">
                  <c:v>-17999896.519248683</c:v>
                </c:pt>
                <c:pt idx="10">
                  <c:v>-19999883.508458428</c:v>
                </c:pt>
                <c:pt idx="11">
                  <c:v>-21999870.51447612</c:v>
                </c:pt>
                <c:pt idx="12">
                  <c:v>-23999857.63015725</c:v>
                </c:pt>
                <c:pt idx="13">
                  <c:v>-25999844.941514418</c:v>
                </c:pt>
                <c:pt idx="14">
                  <c:v>-27999832.52505322</c:v>
                </c:pt>
                <c:pt idx="15">
                  <c:v>-29999820.445891175</c:v>
                </c:pt>
                <c:pt idx="16">
                  <c:v>-31999808.756723747</c:v>
                </c:pt>
                <c:pt idx="17">
                  <c:v>-33999797.497604564</c:v>
                </c:pt>
                <c:pt idx="18">
                  <c:v>-35999786.69642931</c:v>
                </c:pt>
                <c:pt idx="19">
                  <c:v>-37999776.36996385</c:v>
                </c:pt>
                <c:pt idx="20">
                  <c:v>-39999766.525237374</c:v>
                </c:pt>
                <c:pt idx="21">
                  <c:v>-41999757.16112807</c:v>
                </c:pt>
                <c:pt idx="22">
                  <c:v>-43999748.26999217</c:v>
                </c:pt>
                <c:pt idx="23">
                  <c:v>-45999739.83922192</c:v>
                </c:pt>
                <c:pt idx="24">
                  <c:v>-47999731.85265359</c:v>
                </c:pt>
                <c:pt idx="25">
                  <c:v>-49999724.291780904</c:v>
                </c:pt>
              </c:numCache>
            </c:numRef>
          </c:val>
          <c:smooth/>
        </c:ser>
        <c:marker val="1"/>
        <c:smooth val="0"/>
        <c:axId val="2118791784"/>
        <c:axId val="2140495176"/>
      </c:lineChart>
      <c:catAx>
        <c:axId val="2118791784"/>
        <c:scaling>
          <c:orientation val="minMax"/>
        </c:scaling>
        <c:delete val="0"/>
        <c:axPos val="b"/>
        <c:title>
          <c:tx>
            <c:rich>
              <a:bodyPr/>
              <a:lstStyle/>
              <a:p>
                <a:pPr>
                  <a:defRPr sz="1000"/>
                </a:pPr>
                <a:r>
                  <a:t>Annual costs only in 2030 year, Mln. RUB</a:t>
                </a:r>
              </a:p>
            </c:rich>
          </c:tx>
          <c:layout/>
          <c:overlay val="0"/>
        </c:title>
        <c:majorTickMark val="out"/>
        <c:minorTickMark val="none"/>
        <c:tickLblPos val="nextTo"/>
        <c:crossAx val="2140495176"/>
        <c:crosses val="autoZero"/>
        <c:auto val="1"/>
        <c:lblAlgn val="ctr"/>
        <c:lblOffset val="100"/>
        <c:noMultiLvlLbl val="0"/>
        <c:tickLblSkip val="40"/>
        <c:tickMarkSkip val="40"/>
      </c:catAx>
      <c:valAx>
        <c:axId val="2140495176"/>
        <c:scaling/>
        <c:delete val="0"/>
        <c:axPos val="l"/>
        <c:majorGridlines>
          <c:spPr>
            <a:ln>
              <a:solidFill>
                <a:srgbClr val="AAAAAA"/>
              </a:solidFill>
            </a:ln>
          </c:spPr>
        </c:majorGridlines>
        <c:title>
          <c:tx>
            <c:rich>
              <a:bodyPr/>
              <a:lstStyle/>
              <a:p>
                <a:pPr>
                  <a:defRPr sz="1000"/>
                </a:pPr>
                <a:r>
                  <a:t>Sum. Profit 2026-2030, RUB</a:t>
                </a:r>
              </a:p>
            </c:rich>
          </c:tx>
          <c:layout/>
          <c:overlay val="0"/>
        </c:title>
        <c:majorTickMark val="out"/>
        <c:minorTickMark val="none"/>
        <c:tickLblPos val="nextTo"/>
        <c:crossAx val="2118791784"/>
        <c:crosses val="autoZero"/>
        <c:crossBetween val="midCat"/>
      </c:valAx>
    </c:plotArea>
    <c:plotVisOnly val="1"/>
    <c:dispBlanksAs val="gap"/>
    <c:showDLblsOverMax val="0"/>
  </c:chart>
  <c:txPr>
    <a:bodyPr/>
    <a:lstStyle/>
    <a:p>
      <a:pPr>
        <a:defRPr sz="1000">
          <a:latin typeface="Calibri"/>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PR</c:v>
                </c:pt>
              </c:strCache>
            </c:strRef>
          </c:tx>
          <c:spPr>
            <a:ln w="31750">
              <a:solidFill>
                <a:srgbClr val="573B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Sheet1!$B$2:$B$17</c:f>
              <c:numCache>
                <c:formatCode>General</c:formatCode>
                <c:ptCount val="16"/>
                <c:pt idx="0">
                  <c:v>#N/A</c:v>
                </c:pt>
                <c:pt idx="1">
                  <c:v>-4.2018261150224136e-05</c:v>
                </c:pt>
                <c:pt idx="2">
                  <c:v>-4.428868334199069e-05</c:v>
                </c:pt>
                <c:pt idx="3">
                  <c:v>-4.634652996379494e-05</c:v>
                </c:pt>
                <c:pt idx="4">
                  <c:v>-4.8099597898719366e-05</c:v>
                </c:pt>
                <c:pt idx="5">
                  <c:v>-4.9472393935127184e-05</c:v>
                </c:pt>
                <c:pt idx="6">
                  <c:v>-5.0417850000046506e-05</c:v>
                </c:pt>
                <c:pt idx="7">
                  <c:v>-5.092353091041358e-05</c:v>
                </c:pt>
                <c:pt idx="8">
                  <c:v>-5.101056183842229e-05</c:v>
                </c:pt>
                <c:pt idx="9">
                  <c:v>-5.0726249698840545e-05</c:v>
                </c:pt>
                <c:pt idx="10">
                  <c:v>-5.013339323835971e-05</c:v>
                </c:pt>
                <c:pt idx="11">
                  <c:v>-4.9299649388651065e-05</c:v>
                </c:pt>
                <c:pt idx="12">
                  <c:v>-4.828930151430541e-05</c:v>
                </c:pt>
                <c:pt idx="13">
                  <c:v>-4.715828378406989e-05</c:v>
                </c:pt>
                <c:pt idx="14">
                  <c:v>-4.5952150329533784e-05</c:v>
                </c:pt>
                <c:pt idx="15">
                  <c:v>-4.470612587681971e-05</c:v>
                </c:pt>
              </c:numCache>
            </c:numRef>
          </c:val>
          <c:smooth/>
        </c:ser>
        <c:ser>
          <c:idx val="1"/>
          <c:order val="1"/>
          <c:tx>
            <c:strRef>
              <c:f>Sheet1!$C$1</c:f>
              <c:strCache>
                <c:ptCount val="1"/>
                <c:pt idx="0">
                  <c:v>TV</c:v>
                </c:pt>
              </c:strCache>
            </c:strRef>
          </c:tx>
          <c:spPr>
            <a:ln w="31750">
              <a:solidFill>
                <a:srgbClr val="005659"/>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Sheet1!$C$2:$C$202</c:f>
              <c:numCache>
                <c:formatCode>General</c:formatCode>
                <c:ptCount val="201"/>
                <c:pt idx="0">
                  <c:v>#N/A</c:v>
                </c:pt>
                <c:pt idx="1">
                  <c:v>-1.4302904003707226e-06</c:v>
                </c:pt>
                <c:pt idx="2">
                  <c:v>-1.4314663855475375e-06</c:v>
                </c:pt>
                <c:pt idx="3">
                  <c:v>-1.4326338477355119e-06</c:v>
                </c:pt>
                <c:pt idx="4">
                  <c:v>-1.4337927334927372e-06</c:v>
                </c:pt>
                <c:pt idx="5">
                  <c:v>-1.4349429897672962e-06</c:v>
                </c:pt>
                <c:pt idx="6">
                  <c:v>-1.4360845639118148e-06</c:v>
                </c:pt>
                <c:pt idx="7">
                  <c:v>-1.4372174036772256e-06</c:v>
                </c:pt>
                <c:pt idx="8">
                  <c:v>-1.4383414572403126e-06</c:v>
                </c:pt>
                <c:pt idx="9">
                  <c:v>-1.4394566731870225e-06</c:v>
                </c:pt>
                <c:pt idx="10">
                  <c:v>-1.440563000534894e-06</c:v>
                </c:pt>
                <c:pt idx="11">
                  <c:v>-1.4416603887353135e-06</c:v>
                </c:pt>
                <c:pt idx="12">
                  <c:v>-1.442748787694048e-06</c:v>
                </c:pt>
                <c:pt idx="13">
                  <c:v>-1.4438281477554344e-06</c:v>
                </c:pt>
                <c:pt idx="14">
                  <c:v>-1.4448984197245279e-06</c:v>
                </c:pt>
                <c:pt idx="15">
                  <c:v>-1.4459595548765112e-06</c:v>
                </c:pt>
                <c:pt idx="16">
                  <c:v>-1.4470115049498417e-06</c:v>
                </c:pt>
                <c:pt idx="17">
                  <c:v>-1.448054222170921e-06</c:v>
                </c:pt>
                <c:pt idx="18">
                  <c:v>-1.4490876592430545e-06</c:v>
                </c:pt>
                <c:pt idx="19">
                  <c:v>-1.450111769374129e-06</c:v>
                </c:pt>
                <c:pt idx="20">
                  <c:v>-1.4511265062639723e-06</c:v>
                </c:pt>
                <c:pt idx="21">
                  <c:v>-1.4521318241188835e-06</c:v>
                </c:pt>
                <c:pt idx="22">
                  <c:v>-1.45312767766088e-06</c:v>
                </c:pt>
                <c:pt idx="23">
                  <c:v>-1.4541140221345298e-06</c:v>
                </c:pt>
                <c:pt idx="24">
                  <c:v>-1.4550908133084401e-06</c:v>
                </c:pt>
                <c:pt idx="25">
                  <c:v>-1.4560580074822065e-06</c:v>
                </c:pt>
                <c:pt idx="26">
                  <c:v>-1.4570155615018359e-06</c:v>
                </c:pt>
                <c:pt idx="27">
                  <c:v>-1.4579634327523376e-06</c:v>
                </c:pt>
                <c:pt idx="28">
                  <c:v>-1.4589015791778886e-06</c:v>
                </c:pt>
                <c:pt idx="29">
                  <c:v>-1.4598299592747433e-06</c:v>
                </c:pt>
                <c:pt idx="30">
                  <c:v>-1.4607485321098163e-06</c:v>
                </c:pt>
                <c:pt idx="31">
                  <c:v>-1.461657257318767e-06</c:v>
                </c:pt>
                <c:pt idx="32">
                  <c:v>-1.4625560951135412e-06</c:v>
                </c:pt>
                <c:pt idx="33">
                  <c:v>-1.4634450062911846e-06</c:v>
                </c:pt>
                <c:pt idx="34">
                  <c:v>-1.4643239522333982e-06</c:v>
                </c:pt>
                <c:pt idx="35">
                  <c:v>-1.4651928949211392e-06</c:v>
                </c:pt>
                <c:pt idx="36">
                  <c:v>-1.466051796933041e-06</c:v>
                </c:pt>
                <c:pt idx="37">
                  <c:v>-1.4669006214519597e-06</c:v>
                </c:pt>
                <c:pt idx="38">
                  <c:v>-1.4677393322743132e-06</c:v>
                </c:pt>
                <c:pt idx="39">
                  <c:v>-1.4685678938127613e-06</c:v>
                </c:pt>
                <c:pt idx="40">
                  <c:v>-1.4693862710992108e-06</c:v>
                </c:pt>
                <c:pt idx="41">
                  <c:v>-1.47019442979377e-06</c:v>
                </c:pt>
                <c:pt idx="42">
                  <c:v>-1.4709923361896514e-06</c:v>
                </c:pt>
                <c:pt idx="43">
                  <c:v>-1.4717799572160382e-06</c:v>
                </c:pt>
                <c:pt idx="44">
                  <c:v>-1.472557260441218e-06</c:v>
                </c:pt>
                <c:pt idx="45">
                  <c:v>-1.4733242140824183e-06</c:v>
                </c:pt>
                <c:pt idx="46">
                  <c:v>-1.4740807870086587e-06</c:v>
                </c:pt>
                <c:pt idx="47">
                  <c:v>-1.4748269487420057e-06</c:v>
                </c:pt>
                <c:pt idx="48">
                  <c:v>-1.475562669464125e-06</c:v>
                </c:pt>
                <c:pt idx="49">
                  <c:v>-1.4762879200244074e-06</c:v>
                </c:pt>
                <c:pt idx="50">
                  <c:v>-1.4770026719360613e-06</c:v>
                </c:pt>
                <c:pt idx="51">
                  <c:v>-1.4777068973886416e-06</c:v>
                </c:pt>
                <c:pt idx="52">
                  <c:v>-1.4784005692445835e-06</c:v>
                </c:pt>
                <c:pt idx="53">
                  <c:v>-1.4790836610493057e-06</c:v>
                </c:pt>
                <c:pt idx="54">
                  <c:v>-1.479756147030491e-06</c:v>
                </c:pt>
                <c:pt idx="55">
                  <c:v>-1.4804180021043232e-06</c:v>
                </c:pt>
                <c:pt idx="56">
                  <c:v>-1.4810692018758605e-06</c:v>
                </c:pt>
                <c:pt idx="57">
                  <c:v>-1.4817097226475375e-06</c:v>
                </c:pt>
                <c:pt idx="58">
                  <c:v>-1.48233954141625e-06</c:v>
                </c:pt>
                <c:pt idx="59">
                  <c:v>-1.4829586358820838e-06</c:v>
                </c:pt>
                <c:pt idx="60">
                  <c:v>-1.4835669844479222e-06</c:v>
                </c:pt>
                <c:pt idx="61">
                  <c:v>-1.4841645662210018e-06</c:v>
                </c:pt>
                <c:pt idx="62">
                  <c:v>-1.4847513610218283e-06</c:v>
                </c:pt>
                <c:pt idx="63">
                  <c:v>-1.4853273493797695e-06</c:v>
                </c:pt>
                <c:pt idx="64">
                  <c:v>-1.485892512539067e-06</c:v>
                </c:pt>
                <c:pt idx="65">
                  <c:v>-1.4864468324607094e-06</c:v>
                </c:pt>
                <c:pt idx="66">
                  <c:v>-1.4869902918254604e-06</c:v>
                </c:pt>
                <c:pt idx="67">
                  <c:v>-1.4875228740331375e-06</c:v>
                </c:pt>
                <c:pt idx="68">
                  <c:v>-1.488044563209234e-06</c:v>
                </c:pt>
                <c:pt idx="69">
                  <c:v>-1.48855534420126e-06</c:v>
                </c:pt>
                <c:pt idx="70">
                  <c:v>-1.4890552025845474e-06</c:v>
                </c:pt>
                <c:pt idx="71">
                  <c:v>-1.4895441246630532e-06</c:v>
                </c:pt>
                <c:pt idx="72">
                  <c:v>-1.4900220974692882e-06</c:v>
                </c:pt>
                <c:pt idx="73">
                  <c:v>-1.4904891087670415e-06</c:v>
                </c:pt>
                <c:pt idx="74">
                  <c:v>-1.4909451470507398e-06</c:v>
                </c:pt>
                <c:pt idx="75">
                  <c:v>-1.4913902015510637e-06</c:v>
                </c:pt>
                <c:pt idx="76">
                  <c:v>-1.491824262229401e-06</c:v>
                </c:pt>
                <c:pt idx="77">
                  <c:v>-1.492247319782936e-06</c:v>
                </c:pt>
                <c:pt idx="78">
                  <c:v>-1.4926593656448695e-06</c:v>
                </c:pt>
                <c:pt idx="79">
                  <c:v>-1.49306039198315e-06</c:v>
                </c:pt>
                <c:pt idx="80">
                  <c:v>-1.4934503917036636e-06</c:v>
                </c:pt>
                <c:pt idx="81">
                  <c:v>-1.4938293584478003e-06</c:v>
                </c:pt>
                <c:pt idx="82">
                  <c:v>-1.49419728659339e-06</c:v>
                </c:pt>
                <c:pt idx="83">
                  <c:v>-1.4945541712548724e-06</c:v>
                </c:pt>
                <c:pt idx="84">
                  <c:v>-1.4949000082837993e-06</c:v>
                </c:pt>
                <c:pt idx="85">
                  <c:v>-1.4952347942675903e-06</c:v>
                </c:pt>
                <c:pt idx="86">
                  <c:v>-1.4955585265300658e-06</c:v>
                </c:pt>
                <c:pt idx="87">
                  <c:v>-1.4958712031286016e-06</c:v>
                </c:pt>
                <c:pt idx="88">
                  <c:v>-1.4961728228570958e-06</c:v>
                </c:pt>
                <c:pt idx="89">
                  <c:v>-1.496463385242197e-06</c:v>
                </c:pt>
                <c:pt idx="90">
                  <c:v>-1.4967428905436666e-06</c:v>
                </c:pt>
                <c:pt idx="91">
                  <c:v>-1.4970113397524744e-06</c:v>
                </c:pt>
                <c:pt idx="92">
                  <c:v>-1.4972687345915525e-06</c:v>
                </c:pt>
                <c:pt idx="93">
                  <c:v>-1.497515077511179e-06</c:v>
                </c:pt>
                <c:pt idx="94">
                  <c:v>-1.4977503716908493e-06</c:v>
                </c:pt>
                <c:pt idx="95">
                  <c:v>-1.4979746210358204e-06</c:v>
                </c:pt>
                <c:pt idx="96">
                  <c:v>-1.4981878301756903e-06</c:v>
                </c:pt>
                <c:pt idx="97">
                  <c:v>-1.4983900044630666e-06</c:v>
                </c:pt>
                <c:pt idx="98">
                  <c:v>-1.498581149970533e-06</c:v>
                </c:pt>
                <c:pt idx="99">
                  <c:v>-1.498761273490152e-06</c:v>
                </c:pt>
                <c:pt idx="100">
                  <c:v>-1.4989303825295064e-06</c:v>
                </c:pt>
                <c:pt idx="101">
                  <c:v>-1.499088485311431e-06</c:v>
                </c:pt>
                <c:pt idx="102">
                  <c:v>-1.4992355907689119e-06</c:v>
                </c:pt>
                <c:pt idx="103">
                  <c:v>-1.4993717085453682e-06</c:v>
                </c:pt>
                <c:pt idx="104">
                  <c:v>-1.4994968489896005e-06</c:v>
                </c:pt>
                <c:pt idx="105">
                  <c:v>-1.499611023153522e-06</c:v>
                </c:pt>
                <c:pt idx="106">
                  <c:v>-1.4997142427911178e-06</c:v>
                </c:pt>
                <c:pt idx="107">
                  <c:v>-1.4998065203522924e-06</c:v>
                </c:pt>
                <c:pt idx="108">
                  <c:v>-1.4998878689829898e-06</c:v>
                </c:pt>
                <c:pt idx="109">
                  <c:v>-1.4999583025183636e-06</c:v>
                </c:pt>
                <c:pt idx="110">
                  <c:v>-1.5000178354829338e-06</c:v>
                </c:pt>
                <c:pt idx="111">
                  <c:v>-1.5000664830836573e-06</c:v>
                </c:pt>
                <c:pt idx="112">
                  <c:v>-1.5001042612096042e-06</c:v>
                </c:pt>
                <c:pt idx="113">
                  <c:v>-1.5001311864259867e-06</c:v>
                </c:pt>
                <c:pt idx="114">
                  <c:v>-1.5001472759702889e-06</c:v>
                </c:pt>
                <c:pt idx="115">
                  <c:v>-1.5001525477508752e-06</c:v>
                </c:pt>
                <c:pt idx="116">
                  <c:v>-1.5001470203393999e-06</c:v>
                </c:pt>
                <c:pt idx="117">
                  <c:v>-1.50013071296858e-06</c:v>
                </c:pt>
                <c:pt idx="118">
                  <c:v>-1.5001036455283548e-06</c:v>
                </c:pt>
                <c:pt idx="119">
                  <c:v>-1.5000658385605285e-06</c:v>
                </c:pt>
                <c:pt idx="120">
                  <c:v>-1.5000173132544053e-06</c:v>
                </c:pt>
                <c:pt idx="121">
                  <c:v>-1.499958091442885e-06</c:v>
                </c:pt>
                <c:pt idx="122">
                  <c:v>-1.499888195597078e-06</c:v>
                </c:pt>
                <c:pt idx="123">
                  <c:v>-1.4998076488226045e-06</c:v>
                </c:pt>
                <c:pt idx="124">
                  <c:v>-1.4997164748527856e-06</c:v>
                </c:pt>
                <c:pt idx="125">
                  <c:v>-1.4996146980461198e-06</c:v>
                </c:pt>
                <c:pt idx="126">
                  <c:v>-1.4995023433797225e-06</c:v>
                </c:pt>
                <c:pt idx="127">
                  <c:v>-1.4993794364442198e-06</c:v>
                </c:pt>
                <c:pt idx="128">
                  <c:v>-1.499246003439339e-06</c:v>
                </c:pt>
                <c:pt idx="129">
                  <c:v>-1.4991020711685727e-06</c:v>
                </c:pt>
                <c:pt idx="130">
                  <c:v>-1.4989476670327488e-06</c:v>
                </c:pt>
                <c:pt idx="131">
                  <c:v>-1.4987828190254495e-06</c:v>
                </c:pt>
                <c:pt idx="132">
                  <c:v>-1.4986075557277547e-06</c:v>
                </c:pt>
                <c:pt idx="133">
                  <c:v>-1.4984219063019128e-06</c:v>
                </c:pt>
                <c:pt idx="134">
                  <c:v>-1.4982259004861603e-06</c:v>
                </c:pt>
                <c:pt idx="135">
                  <c:v>-1.4980195685884812e-06</c:v>
                </c:pt>
                <c:pt idx="136">
                  <c:v>-1.4978029414817096e-06</c:v>
                </c:pt>
                <c:pt idx="137">
                  <c:v>-1.497576050596298e-06</c:v>
                </c:pt>
                <c:pt idx="138">
                  <c:v>-1.4973389279152995e-06</c:v>
                </c:pt>
                <c:pt idx="139">
                  <c:v>-1.4970916059687266e-06</c:v>
                </c:pt>
                <c:pt idx="140">
                  <c:v>-1.4968341178260744e-06</c:v>
                </c:pt>
                <c:pt idx="141">
                  <c:v>-1.4965664970908143e-06</c:v>
                </c:pt>
                <c:pt idx="142">
                  <c:v>-1.4962887778951175e-06</c:v>
                </c:pt>
                <c:pt idx="143">
                  <c:v>-1.4960009948925645e-06</c:v>
                </c:pt>
                <c:pt idx="144">
                  <c:v>-1.4957031832515592e-06</c:v>
                </c:pt>
                <c:pt idx="145">
                  <c:v>-1.4953953786494194e-06</c:v>
                </c:pt>
                <c:pt idx="146">
                  <c:v>-1.495077617266311e-06</c:v>
                </c:pt>
                <c:pt idx="147">
                  <c:v>-1.4947499357786372e-06</c:v>
                </c:pt>
                <c:pt idx="148">
                  <c:v>-1.4944123713511224e-06</c:v>
                </c:pt>
                <c:pt idx="149">
                  <c:v>-1.4940649616323417e-06</c:v>
                </c:pt>
                <c:pt idx="150">
                  <c:v>-1.4937077447465466e-06</c:v>
                </c:pt>
                <c:pt idx="151">
                  <c:v>-1.4933407592879367e-06</c:v>
                </c:pt>
                <c:pt idx="152">
                  <c:v>-1.4929640443128607e-06</c:v>
                </c:pt>
                <c:pt idx="153">
                  <c:v>-1.4925776393342233e-06</c:v>
                </c:pt>
                <c:pt idx="154">
                  <c:v>-1.4921815843138445e-06</c:v>
                </c:pt>
                <c:pt idx="155">
                  <c:v>-1.4917759196566147e-06</c:v>
                </c:pt>
                <c:pt idx="156">
                  <c:v>-1.4913606862024514e-06</c:v>
                </c:pt>
                <c:pt idx="157">
                  <c:v>-1.4909359252196737e-06</c:v>
                </c:pt>
                <c:pt idx="158">
                  <c:v>-1.4905016783988133e-06</c:v>
                </c:pt>
                <c:pt idx="159">
                  <c:v>-1.4900579878450122e-06</c:v>
                </c:pt>
                <c:pt idx="160">
                  <c:v>-1.4896048960712506e-06</c:v>
                </c:pt>
                <c:pt idx="161">
                  <c:v>-1.4891424459909229e-06</c:v>
                </c:pt>
                <c:pt idx="162">
                  <c:v>-1.4886706809117674e-06</c:v>
                </c:pt>
                <c:pt idx="163">
                  <c:v>-1.4881896445280557e-06</c:v>
                </c:pt>
                <c:pt idx="164">
                  <c:v>-1.4876993809132439e-06</c:v>
                </c:pt>
                <c:pt idx="165">
                  <c:v>-1.48719993451395e-06</c:v>
                </c:pt>
                <c:pt idx="166">
                  <c:v>-1.486691350141871e-06</c:v>
                </c:pt>
                <c:pt idx="167">
                  <c:v>-1.4861736729672083e-06</c:v>
                </c:pt>
                <c:pt idx="168">
                  <c:v>-1.4856469485114627e-06</c:v>
                </c:pt>
                <c:pt idx="169">
                  <c:v>-1.4851112226399692e-06</c:v>
                </c:pt>
                <c:pt idx="170">
                  <c:v>-1.4845665415550363e-06</c:v>
                </c:pt>
                <c:pt idx="171">
                  <c:v>-1.4840129517891568e-06</c:v>
                </c:pt>
                <c:pt idx="172">
                  <c:v>-1.483450500197102e-06</c:v>
                </c:pt>
                <c:pt idx="173">
                  <c:v>-1.4828792339492982e-06</c:v>
                </c:pt>
                <c:pt idx="174">
                  <c:v>-1.4822992005240943e-06</c:v>
                </c:pt>
                <c:pt idx="175">
                  <c:v>-1.481710447701958e-06</c:v>
                </c:pt>
                <c:pt idx="176">
                  <c:v>-1.4811130235568933e-06</c:v>
                </c:pt>
                <c:pt idx="177">
                  <c:v>-1.4805069764491335e-06</c:v>
                </c:pt>
                <c:pt idx="178">
                  <c:v>-1.4798923550198819e-06</c:v>
                </c:pt>
                <c:pt idx="179">
                  <c:v>-1.4792692081823258e-06</c:v>
                </c:pt>
                <c:pt idx="180">
                  <c:v>-1.4786375851152115e-06</c:v>
                </c:pt>
                <c:pt idx="181">
                  <c:v>-1.4779975352556707e-06</c:v>
                </c:pt>
                <c:pt idx="182">
                  <c:v>-1.477349108292281e-06</c:v>
                </c:pt>
                <c:pt idx="183">
                  <c:v>-1.4766923541577196e-06</c:v>
                </c:pt>
                <c:pt idx="184">
                  <c:v>-1.4760273230218128e-06</c:v>
                </c:pt>
                <c:pt idx="185">
                  <c:v>-1.4753540652849699e-06</c:v>
                </c:pt>
                <c:pt idx="186">
                  <c:v>-1.4746726315697937e-06</c:v>
                </c:pt>
                <c:pt idx="187">
                  <c:v>-1.4739830727156073e-06</c:v>
                </c:pt>
                <c:pt idx="188">
                  <c:v>-1.4732854397706763e-06</c:v>
                </c:pt>
                <c:pt idx="189">
                  <c:v>-1.4725797839851424e-06</c:v>
                </c:pt>
                <c:pt idx="190">
                  <c:v>-1.4718661568046388e-06</c:v>
                </c:pt>
                <c:pt idx="191">
                  <c:v>-1.4711446098630384e-06</c:v>
                </c:pt>
                <c:pt idx="192">
                  <c:v>-1.4704151949752788e-06</c:v>
                </c:pt>
                <c:pt idx="193">
                  <c:v>-1.4696779641310125e-06</c:v>
                </c:pt>
                <c:pt idx="194">
                  <c:v>-1.4689329694878532e-06</c:v>
                </c:pt>
                <c:pt idx="195">
                  <c:v>-1.4681802633634875e-06</c:v>
                </c:pt>
                <c:pt idx="196">
                  <c:v>-1.4674198982305527e-06</c:v>
                </c:pt>
                <c:pt idx="197">
                  <c:v>-1.4666519267087137e-06</c:v>
                </c:pt>
                <c:pt idx="198">
                  <c:v>-1.4658764015583055e-06</c:v>
                </c:pt>
                <c:pt idx="199">
                  <c:v>-1.4650933756738733e-06</c:v>
                </c:pt>
                <c:pt idx="200">
                  <c:v>-1.4643029020773246e-06</c:v>
                </c:pt>
              </c:numCache>
            </c:numRef>
          </c:val>
          <c:smooth/>
        </c:ser>
        <c:ser>
          <c:idx val="2"/>
          <c:order val="2"/>
          <c:tx>
            <c:strRef>
              <c:f>Sheet1!$D$1</c:f>
              <c:strCache>
                <c:ptCount val="1"/>
                <c:pt idx="0">
                  <c:v>bdg_dgt_display</c:v>
                </c:pt>
              </c:strCache>
            </c:strRef>
          </c:tx>
          <c:spPr>
            <a:ln w="31750">
              <a:solidFill>
                <a:srgbClr val="0000DD"/>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Sheet1!$D$2:$D$52</c:f>
              <c:numCache>
                <c:formatCode>General</c:formatCode>
                <c:ptCount val="51"/>
                <c:pt idx="0">
                  <c:v>#N/A</c:v>
                </c:pt>
                <c:pt idx="1">
                  <c:v>1.2304197133489651e-05</c:v>
                </c:pt>
                <c:pt idx="2">
                  <c:v>1.3654586281540106e-05</c:v>
                </c:pt>
                <c:pt idx="3">
                  <c:v>1.2032993809863304e-05</c:v>
                </c:pt>
                <c:pt idx="4">
                  <c:v>1.0203570796220447e-05</c:v>
                </c:pt>
                <c:pt idx="5">
                  <c:v>8.66202502255328e-06</c:v>
                </c:pt>
                <c:pt idx="6">
                  <c:v>7.421352043971031e-06</c:v>
                </c:pt>
                <c:pt idx="7">
                  <c:v>6.440856527404062e-06</c:v>
                </c:pt>
                <c:pt idx="8">
                  <c:v>5.666628671220679e-06</c:v>
                </c:pt>
                <c:pt idx="9">
                  <c:v>5.048969273099727e-06</c:v>
                </c:pt>
                <c:pt idx="10">
                  <c:v>4.548736188400653e-06</c:v>
                </c:pt>
                <c:pt idx="11">
                  <c:v>4.137046043345683e-06</c:v>
                </c:pt>
                <c:pt idx="12">
                  <c:v>3.7930166333753733e-06</c:v>
                </c:pt>
                <c:pt idx="13">
                  <c:v>3.5015346251087836e-06</c:v>
                </c:pt>
                <c:pt idx="14">
                  <c:v>3.2515405902938385e-06</c:v>
                </c:pt>
                <c:pt idx="15">
                  <c:v>3.03481776403108e-06</c:v>
                </c:pt>
                <c:pt idx="16">
                  <c:v>2.845160484266671e-06</c:v>
                </c:pt>
                <c:pt idx="17">
                  <c:v>2.6778057512676563e-06</c:v>
                </c:pt>
                <c:pt idx="18">
                  <c:v>2.5290418826561006e-06</c:v>
                </c:pt>
                <c:pt idx="19">
                  <c:v>2.3959356898925953e-06</c:v>
                </c:pt>
                <c:pt idx="20">
                  <c:v>2.2761394280940295e-06</c:v>
                </c:pt>
                <c:pt idx="21">
                  <c:v>2.1677520511494505e-06</c:v>
                </c:pt>
                <c:pt idx="22">
                  <c:v>2.0692179555348543e-06</c:v>
                </c:pt>
                <c:pt idx="23">
                  <c:v>1.979251994020002e-06</c:v>
                </c:pt>
                <c:pt idx="24">
                  <c:v>1.8967831760577005e-06</c:v>
                </c:pt>
                <c:pt idx="25">
                  <c:v>1.820911855280865e-06</c:v>
                </c:pt>
                <c:pt idx="26">
                  <c:v>1.750876786524224e-06</c:v>
                </c:pt>
                <c:pt idx="27">
                  <c:v>1.6860294992155913e-06</c:v>
                </c:pt>
                <c:pt idx="28">
                  <c:v>1.6258141604069221e-06</c:v>
                </c:pt>
                <c:pt idx="29">
                  <c:v>1.5697516033401842e-06</c:v>
                </c:pt>
                <c:pt idx="30">
                  <c:v>1.5174265499731216e-06</c:v>
                </c:pt>
                <c:pt idx="31">
                  <c:v>1.4684773064584607e-06</c:v>
                </c:pt>
                <c:pt idx="32">
                  <c:v>1.4225873906452762e-06</c:v>
                </c:pt>
                <c:pt idx="33">
                  <c:v>1.3794786818431353e-06</c:v>
                </c:pt>
                <c:pt idx="34">
                  <c:v>1.338905779438552e-06</c:v>
                </c:pt>
                <c:pt idx="35">
                  <c:v>1.3006513285982822e-06</c:v>
                </c:pt>
                <c:pt idx="36">
                  <c:v>1.2645221250261077e-06</c:v>
                </c:pt>
                <c:pt idx="37">
                  <c:v>1.2303458513767534e-06</c:v>
                </c:pt>
                <c:pt idx="38">
                  <c:v>1.1979683289728678e-06</c:v>
                </c:pt>
                <c:pt idx="39">
                  <c:v>1.167251192332538e-06</c:v>
                </c:pt>
                <c:pt idx="40">
                  <c:v>1.1380699125242245e-06</c:v>
                </c:pt>
                <c:pt idx="41">
                  <c:v>1.1103121097797313e-06</c:v>
                </c:pt>
                <c:pt idx="42">
                  <c:v>1.083876107165928e-06</c:v>
                </c:pt>
                <c:pt idx="43">
                  <c:v>1.058669686069046e-06</c:v>
                </c:pt>
                <c:pt idx="44">
                  <c:v>1.0346090113856585e-06</c:v>
                </c:pt>
                <c:pt idx="45">
                  <c:v>1.0116177000215329e-06</c:v>
                </c:pt>
                <c:pt idx="46">
                  <c:v>9.8962601089063e-07</c:v>
                </c:pt>
                <c:pt idx="47">
                  <c:v>9.685701383184889e-07</c:v>
                </c:pt>
                <c:pt idx="48">
                  <c:v>9.48391593770187e-07</c:v>
                </c:pt>
                <c:pt idx="49">
                  <c:v>9.290366632850813e-07</c:v>
                </c:pt>
                <c:pt idx="50">
                  <c:v>9.104559300193796e-07</c:v>
                </c:pt>
              </c:numCache>
            </c:numRef>
          </c:val>
          <c:smooth/>
        </c:ser>
        <c:ser>
          <c:idx val="3"/>
          <c:order val="3"/>
          <c:tx>
            <c:strRef>
              <c:f>Sheet1!$E$1</c:f>
              <c:strCache>
                <c:ptCount val="1"/>
                <c:pt idx="0">
                  <c:v>bdg_dgt_special</c:v>
                </c:pt>
              </c:strCache>
            </c:strRef>
          </c:tx>
          <c:spPr>
            <a:ln w="31750">
              <a:solidFill>
                <a:srgbClr val="00FDCF"/>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Sheet1!$E$2:$E$52</c:f>
              <c:numCache>
                <c:formatCode>General</c:formatCode>
                <c:ptCount val="51"/>
                <c:pt idx="0">
                  <c:v>#N/A</c:v>
                </c:pt>
                <c:pt idx="1">
                  <c:v>2.88642935056414e-05</c:v>
                </c:pt>
                <c:pt idx="2">
                  <c:v>3.0361353230255192e-05</c:v>
                </c:pt>
                <c:pt idx="3">
                  <c:v>3.149648725949616e-05</c:v>
                </c:pt>
                <c:pt idx="4">
                  <c:v>3.219300130748888e-05</c:v>
                </c:pt>
                <c:pt idx="5">
                  <c:v>3.242762190157082e-05</c:v>
                </c:pt>
                <c:pt idx="6">
                  <c:v>3.223215828754473e-05</c:v>
                </c:pt>
                <c:pt idx="7">
                  <c:v>3.167913601880095e-05</c:v>
                </c:pt>
                <c:pt idx="8">
                  <c:v>3.0859799960460806e-05</c:v>
                </c:pt>
                <c:pt idx="9">
                  <c:v>2.9864194482060458e-05</c:v>
                </c:pt>
                <c:pt idx="10">
                  <c:v>2.8768731450274935e-05</c:v>
                </c:pt>
                <c:pt idx="11">
                  <c:v>2.7631551008277298e-05</c:v>
                </c:pt>
                <c:pt idx="12">
                  <c:v>2.6493210138505675e-05</c:v>
                </c:pt>
                <c:pt idx="13">
                  <c:v>2.5379895982399692e-05</c:v>
                </c:pt>
                <c:pt idx="14">
                  <c:v>2.430719676068319e-05</c:v>
                </c:pt>
                <c:pt idx="15">
                  <c:v>2.3283429889995994e-05</c:v>
                </c:pt>
                <c:pt idx="16">
                  <c:v>2.231219815471559e-05</c:v>
                </c:pt>
                <c:pt idx="17">
                  <c:v>2.1394192674484873e-05</c:v>
                </c:pt>
                <c:pt idx="18">
                  <c:v>2.0528392060102e-05</c:v>
                </c:pt>
                <c:pt idx="19">
                  <c:v>1.971282556838062e-05</c:v>
                </c:pt>
                <c:pt idx="20">
                  <c:v>1.8945041715339176e-05</c:v>
                </c:pt>
                <c:pt idx="21">
                  <c:v>1.82223871030271e-05</c:v>
                </c:pt>
                <c:pt idx="22">
                  <c:v>1.7542167328263698e-05</c:v>
                </c:pt>
                <c:pt idx="23">
                  <c:v>1.6901736778069198e-05</c:v>
                </c:pt>
                <c:pt idx="24">
                  <c:v>1.629854661986125e-05</c:v>
                </c:pt>
                <c:pt idx="25">
                  <c:v>1.573016875879257e-05</c:v>
                </c:pt>
                <c:pt idx="26">
                  <c:v>1.5194306243349834e-05</c:v>
                </c:pt>
                <c:pt idx="27">
                  <c:v>1.4688796147465905e-05</c:v>
                </c:pt>
                <c:pt idx="28">
                  <c:v>1.4211608319274092e-05</c:v>
                </c:pt>
                <c:pt idx="29">
                  <c:v>1.3760841867648636e-05</c:v>
                </c:pt>
                <c:pt idx="30">
                  <c:v>1.3334720407391432e-05</c:v>
                </c:pt>
                <c:pt idx="31">
                  <c:v>1.2931586621083214e-05</c:v>
                </c:pt>
                <c:pt idx="32">
                  <c:v>1.2549896450522283e-05</c:v>
                </c:pt>
                <c:pt idx="33">
                  <c:v>1.2188213103741873e-05</c:v>
                </c:pt>
                <c:pt idx="34">
                  <c:v>1.1845200998399591e-05</c:v>
                </c:pt>
                <c:pt idx="35">
                  <c:v>1.1519619728004494e-05</c:v>
                </c:pt>
                <c:pt idx="36">
                  <c:v>1.1210318117650685e-05</c:v>
                </c:pt>
                <c:pt idx="37">
                  <c:v>1.0916228422589878e-05</c:v>
                </c:pt>
                <c:pt idx="38">
                  <c:v>1.0636360712536291e-05</c:v>
                </c:pt>
                <c:pt idx="39">
                  <c:v>1.0369797475251686e-05</c:v>
                </c:pt>
                <c:pt idx="40">
                  <c:v>1.0115688464586856e-05</c:v>
                </c:pt>
                <c:pt idx="41">
                  <c:v>9.873245810414807e-06</c:v>
                </c:pt>
                <c:pt idx="42">
                  <c:v>9.641739401066194e-06</c:v>
                </c:pt>
                <c:pt idx="43">
                  <c:v>9.420492542915717e-06</c:v>
                </c:pt>
                <c:pt idx="44">
                  <c:v>9.20887789679744e-06</c:v>
                </c:pt>
                <c:pt idx="45">
                  <c:v>9.006313686891614e-06</c:v>
                </c:pt>
                <c:pt idx="46">
                  <c:v>8.812260174517692e-06</c:v>
                </c:pt>
                <c:pt idx="47">
                  <c:v>8.626216386913005e-06</c:v>
                </c:pt>
                <c:pt idx="48">
                  <c:v>8.447717089341798e-06</c:v>
                </c:pt>
                <c:pt idx="49">
                  <c:v>8.276329987772684e-06</c:v>
                </c:pt>
                <c:pt idx="50">
                  <c:v>8.11165314869606e-06</c:v>
                </c:pt>
              </c:numCache>
            </c:numRef>
          </c:val>
          <c:smooth/>
        </c:ser>
        <c:ser>
          <c:idx val="4"/>
          <c:order val="4"/>
          <c:tx>
            <c:strRef>
              <c:f>Sheet1!$F$1</c:f>
              <c:strCache>
                <c:ptCount val="1"/>
                <c:pt idx="0">
                  <c:v>bdg_dgt_video</c:v>
                </c:pt>
              </c:strCache>
            </c:strRef>
          </c:tx>
          <c:spPr>
            <a:ln w="31750">
              <a:solidFill>
                <a:srgbClr val="A17569"/>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Sheet1!$F$2:$F$52</c:f>
              <c:numCache>
                <c:formatCode>General</c:formatCode>
                <c:ptCount val="51"/>
                <c:pt idx="0">
                  <c:v>#N/A</c:v>
                </c:pt>
                <c:pt idx="1">
                  <c:v>-7.27562416625442e-05</c:v>
                </c:pt>
                <c:pt idx="2">
                  <c:v>-8.141281868054648e-05</c:v>
                </c:pt>
                <c:pt idx="3">
                  <c:v>-8.879299873596756e-05</c:v>
                </c:pt>
                <c:pt idx="4">
                  <c:v>-9.390101809672341e-05</c:v>
                </c:pt>
                <c:pt idx="5">
                  <c:v>-9.625904704416171e-05</c:v>
                </c:pt>
                <c:pt idx="6">
                  <c:v>-9.60628361907778e-05</c:v>
                </c:pt>
                <c:pt idx="7">
                  <c:v>-9.395589906847038e-05</c:v>
                </c:pt>
                <c:pt idx="8">
                  <c:v>-9.067231570210424e-05</c:v>
                </c:pt>
                <c:pt idx="9">
                  <c:v>-8.680437925939784e-05</c:v>
                </c:pt>
                <c:pt idx="10">
                  <c:v>-8.27421322353126e-05</c:v>
                </c:pt>
                <c:pt idx="11">
                  <c:v>-7.870853085325903e-05</c:v>
                </c:pt>
                <c:pt idx="12">
                  <c:v>-7.481707009535118e-05</c:v>
                </c:pt>
                <c:pt idx="13">
                  <c:v>-7.111872595641763e-05</c:v>
                </c:pt>
                <c:pt idx="14">
                  <c:v>-6.763193913022822e-05</c:v>
                </c:pt>
                <c:pt idx="15">
                  <c:v>-6.435930983768388e-05</c:v>
                </c:pt>
                <c:pt idx="16">
                  <c:v>-6.12960506060208e-05</c:v>
                </c:pt>
                <c:pt idx="17">
                  <c:v>-5.843397007737589e-05</c:v>
                </c:pt>
                <c:pt idx="18">
                  <c:v>-5.576326809287679e-05</c:v>
                </c:pt>
                <c:pt idx="19">
                  <c:v>-5.3273353672004304e-05</c:v>
                </c:pt>
                <c:pt idx="20">
                  <c:v>-5.0953264267838676e-05</c:v>
                </c:pt>
                <c:pt idx="21">
                  <c:v>-4.879193248102231e-05</c:v>
                </c:pt>
                <c:pt idx="22">
                  <c:v>-4.6778390224893385e-05</c:v>
                </c:pt>
                <c:pt idx="23">
                  <c:v>-4.4901935855020346e-05</c:v>
                </c:pt>
                <c:pt idx="24">
                  <c:v>-4.315226814248308e-05</c:v>
                </c:pt>
                <c:pt idx="25">
                  <c:v>-4.151958679097937e-05</c:v>
                </c:pt>
                <c:pt idx="26">
                  <c:v>-3.999466061862991e-05</c:v>
                </c:pt>
                <c:pt idx="27">
                  <c:v>-3.8568866718920484e-05</c:v>
                </c:pt>
                <c:pt idx="28">
                  <c:v>-3.723420534428234e-05</c:v>
                </c:pt>
                <c:pt idx="29">
                  <c:v>-3.598329573150941e-05</c:v>
                </c:pt>
                <c:pt idx="30">
                  <c:v>-3.480935785898861e-05</c:v>
                </c:pt>
                <c:pt idx="31">
                  <c:v>-3.370618449896104e-05</c:v>
                </c:pt>
                <c:pt idx="32">
                  <c:v>-3.2668107144845635e-05</c:v>
                </c:pt>
                <c:pt idx="33">
                  <c:v>-3.1689958607340514e-05</c:v>
                </c:pt>
                <c:pt idx="34">
                  <c:v>-3.076703436641358e-05</c:v>
                </c:pt>
                <c:pt idx="35">
                  <c:v>-2.9895054173060427e-05</c:v>
                </c:pt>
                <c:pt idx="36">
                  <c:v>-2.907012492036059e-05</c:v>
                </c:pt>
                <c:pt idx="37">
                  <c:v>-2.8288705437954648e-05</c:v>
                </c:pt>
                <c:pt idx="38">
                  <c:v>-2.754757359129527e-05</c:v>
                </c:pt>
                <c:pt idx="39">
                  <c:v>-2.684379586960392e-05</c:v>
                </c:pt>
                <c:pt idx="40">
                  <c:v>-2.6174699507815238e-05</c:v>
                </c:pt>
                <c:pt idx="41">
                  <c:v>-2.553784709393612e-05</c:v>
                </c:pt>
                <c:pt idx="42">
                  <c:v>-2.4931013552762342e-05</c:v>
                </c:pt>
                <c:pt idx="43">
                  <c:v>-2.4352165360576987e-05</c:v>
                </c:pt>
                <c:pt idx="44">
                  <c:v>-2.3799441826389572e-05</c:v>
                </c:pt>
                <c:pt idx="45">
                  <c:v>-2.3271138268196956e-05</c:v>
                </c:pt>
                <c:pt idx="46">
                  <c:v>-2.2765690913690893e-05</c:v>
                </c:pt>
                <c:pt idx="47">
                  <c:v>-2.2281663361023443e-05</c:v>
                </c:pt>
                <c:pt idx="48">
                  <c:v>-2.1817734444609718e-05</c:v>
                </c:pt>
                <c:pt idx="49">
                  <c:v>-2.1372687362041205e-05</c:v>
                </c:pt>
                <c:pt idx="50">
                  <c:v>-2.094539993004233e-05</c:v>
                </c:pt>
              </c:numCache>
            </c:numRef>
          </c:val>
          <c:smooth/>
        </c:ser>
        <c:ser>
          <c:idx val="5"/>
          <c:order val="5"/>
          <c:tx>
            <c:strRef>
              <c:f>Sheet1!$G$1</c:f>
              <c:strCache>
                <c:ptCount val="1"/>
                <c:pt idx="0">
                  <c:v>bdg_ecom</c:v>
                </c:pt>
              </c:strCache>
            </c:strRef>
          </c:tx>
          <c:spPr>
            <a:ln w="31750">
              <a:solidFill>
                <a:srgbClr val="BCB6FF"/>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Sheet1!$G$2:$G$17</c:f>
              <c:numCache>
                <c:formatCode>General</c:formatCode>
                <c:ptCount val="16"/>
                <c:pt idx="0">
                  <c:v>#N/A</c:v>
                </c:pt>
                <c:pt idx="1">
                  <c:v>0.0005943792406772555</c:v>
                </c:pt>
                <c:pt idx="2">
                  <c:v>0.0006659177096238126</c:v>
                </c:pt>
                <c:pt idx="3">
                  <c:v>0.0006631900605781896</c:v>
                </c:pt>
                <c:pt idx="4">
                  <c:v>0.0006157411366150408</c:v>
                </c:pt>
                <c:pt idx="5">
                  <c:v>0.0005568040944011184</c:v>
                </c:pt>
                <c:pt idx="6">
                  <c:v>0.0005004343511019688</c:v>
                </c:pt>
                <c:pt idx="7">
                  <c:v>0.00045019231819863696</c:v>
                </c:pt>
                <c:pt idx="8">
                  <c:v>0.0004063965996600091</c:v>
                </c:pt>
                <c:pt idx="9">
                  <c:v>0.0003685520814678166</c:v>
                </c:pt>
                <c:pt idx="10">
                  <c:v>0.0003359639367433876</c:v>
                </c:pt>
                <c:pt idx="11">
                  <c:v>0.00030790688553444557</c:v>
                </c:pt>
                <c:pt idx="12">
                  <c:v>0.0002836950361764199</c:v>
                </c:pt>
                <c:pt idx="13">
                  <c:v>0.00026271613133843104</c:v>
                </c:pt>
                <c:pt idx="14">
                  <c:v>0.0002444439148363038</c:v>
                </c:pt>
                <c:pt idx="15">
                  <c:v>0.0002284368228026394</c:v>
                </c:pt>
              </c:numCache>
            </c:numRef>
          </c:val>
          <c:smooth/>
        </c:ser>
        <c:ser>
          <c:idx val="6"/>
          <c:order val="6"/>
          <c:tx>
            <c:strRef>
              <c:f>Sheet1!$H$1</c:f>
              <c:strCache>
                <c:ptCount val="1"/>
                <c:pt idx="0">
                  <c:v>bdg_ooh</c:v>
                </c:pt>
              </c:strCache>
            </c:strRef>
          </c:tx>
          <c:spPr>
            <a:ln w="31750">
              <a:solidFill>
                <a:srgbClr val="95B577"/>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Sheet1!$H$2:$H$52</c:f>
              <c:numCache>
                <c:formatCode>General</c:formatCode>
                <c:ptCount val="51"/>
                <c:pt idx="0">
                  <c:v>#N/A</c:v>
                </c:pt>
                <c:pt idx="1">
                  <c:v>0.00024074564214661952</c:v>
                </c:pt>
                <c:pt idx="2">
                  <c:v>0.0002536751099250978</c:v>
                </c:pt>
                <c:pt idx="3">
                  <c:v>0.0002353768189076606</c:v>
                </c:pt>
                <c:pt idx="4">
                  <c:v>0.00020794937500452943</c:v>
                </c:pt>
                <c:pt idx="5">
                  <c:v>0.0001821179608354112</c:v>
                </c:pt>
                <c:pt idx="6">
                  <c:v>0.00016003318691835738</c:v>
                </c:pt>
                <c:pt idx="7">
                  <c:v>0.0001415670335555416</c:v>
                </c:pt>
                <c:pt idx="8">
                  <c:v>0.0001262076823963289</c:v>
                </c:pt>
                <c:pt idx="9">
                  <c:v>0.00011342450583961586</c:v>
                </c:pt>
                <c:pt idx="10">
                  <c:v>0.00010274025111609954</c:v>
                </c:pt>
                <c:pt idx="11">
                  <c:v>9.375048494908366e-05</c:v>
                </c:pt>
                <c:pt idx="12">
                  <c:v>8.612503906412652e-05</c:v>
                </c:pt>
                <c:pt idx="13">
                  <c:v>7.960041713893476e-05</c:v>
                </c:pt>
                <c:pt idx="14">
                  <c:v>7.396877615636914e-05</c:v>
                </c:pt>
                <c:pt idx="15">
                  <c:v>6.906681403566229e-05</c:v>
                </c:pt>
                <c:pt idx="16">
                  <c:v>6.476606051169801e-05</c:v>
                </c:pt>
                <c:pt idx="17">
                  <c:v>6.096498101693578e-05</c:v>
                </c:pt>
                <c:pt idx="18">
                  <c:v>5.758279556509094e-05</c:v>
                </c:pt>
                <c:pt idx="19">
                  <c:v>5.455473576199974e-05</c:v>
                </c:pt>
                <c:pt idx="20">
                  <c:v>5.182843881037698e-05</c:v>
                </c:pt>
                <c:pt idx="21">
                  <c:v>4.936121315856109e-05</c:v>
                </c:pt>
                <c:pt idx="22">
                  <c:v>4.711796190694308e-05</c:v>
                </c:pt>
                <c:pt idx="23">
                  <c:v>4.506959911785342e-05</c:v>
                </c:pt>
                <c:pt idx="24">
                  <c:v>4.319183492673498e-05</c:v>
                </c:pt>
                <c:pt idx="25">
                  <c:v>4.146423713633674e-05</c:v>
                </c:pt>
                <c:pt idx="26">
                  <c:v>3.98695009566257e-05</c:v>
                </c:pt>
                <c:pt idx="27">
                  <c:v>3.8392876331004556e-05</c:v>
                </c:pt>
                <c:pt idx="28">
                  <c:v>3.702171535467122e-05</c:v>
                </c:pt>
                <c:pt idx="29">
                  <c:v>3.574511186191049e-05</c:v>
                </c:pt>
                <c:pt idx="30">
                  <c:v>3.455361227275959e-05</c:v>
                </c:pt>
                <c:pt idx="31">
                  <c:v>3.343898194289256e-05</c:v>
                </c:pt>
                <c:pt idx="32">
                  <c:v>3.2394015063369804e-05</c:v>
                </c:pt>
                <c:pt idx="33">
                  <c:v>3.141237897810149e-05</c:v>
                </c:pt>
                <c:pt idx="34">
                  <c:v>3.0488485892528415e-05</c:v>
                </c:pt>
                <c:pt idx="35">
                  <c:v>2.9617386528801372e-05</c:v>
                </c:pt>
                <c:pt idx="36">
                  <c:v>2.8794681478983774e-05</c:v>
                </c:pt>
                <c:pt idx="37">
                  <c:v>2.8016446918667595e-05</c:v>
                </c:pt>
                <c:pt idx="38">
                  <c:v>2.7279172041700036e-05</c:v>
                </c:pt>
                <c:pt idx="39">
                  <c:v>2.6579706115624272e-05</c:v>
                </c:pt>
                <c:pt idx="40">
                  <c:v>2.5915213476146166e-05</c:v>
                </c:pt>
                <c:pt idx="41">
                  <c:v>2.5283135106270316e-05</c:v>
                </c:pt>
                <c:pt idx="42">
                  <c:v>2.4681155703278602e-05</c:v>
                </c:pt>
                <c:pt idx="43">
                  <c:v>2.4107175340522678e-05</c:v>
                </c:pt>
                <c:pt idx="44">
                  <c:v>2.3559284993255543e-05</c:v>
                </c:pt>
                <c:pt idx="45">
                  <c:v>2.3035745327522616e-05</c:v>
                </c:pt>
                <c:pt idx="46">
                  <c:v>2.253496825562932e-05</c:v>
                </c:pt>
                <c:pt idx="47">
                  <c:v>2.2055500846187723e-05</c:v>
                </c:pt>
                <c:pt idx="48">
                  <c:v>2.1596011245369786e-05</c:v>
                </c:pt>
                <c:pt idx="49">
                  <c:v>2.115527632207567e-05</c:v>
                </c:pt>
                <c:pt idx="50">
                  <c:v>2.0732170795680723e-05</c:v>
                </c:pt>
              </c:numCache>
            </c:numRef>
          </c:val>
          <c:smooth/>
        </c:ser>
        <c:ser>
          <c:idx val="7"/>
          <c:order val="7"/>
          <c:tx>
            <c:strRef>
              <c:f>Sheet1!$I$1</c:f>
              <c:strCache>
                <c:ptCount val="1"/>
                <c:pt idx="0">
                  <c:v>bdg_pos</c:v>
                </c:pt>
              </c:strCache>
            </c:strRef>
          </c:tx>
          <c:spPr>
            <a:ln w="31750">
              <a:solidFill>
                <a:srgbClr val="BF03B8"/>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Sheet1!$I$2:$I$27</c:f>
              <c:numCache>
                <c:formatCode>General</c:formatCode>
                <c:ptCount val="26"/>
                <c:pt idx="0">
                  <c:v>#N/A</c:v>
                </c:pt>
                <c:pt idx="1">
                  <c:v>4.747399326472078e-06</c:v>
                </c:pt>
                <c:pt idx="2">
                  <c:v>4.897096976725152e-06</c:v>
                </c:pt>
                <c:pt idx="3">
                  <c:v>5.043145079553748e-06</c:v>
                </c:pt>
                <c:pt idx="4">
                  <c:v>5.183846236192039e-06</c:v>
                </c:pt>
                <c:pt idx="5">
                  <c:v>5.317466162028722e-06</c:v>
                </c:pt>
                <c:pt idx="6">
                  <c:v>5.44229890499264e-06</c:v>
                </c:pt>
                <c:pt idx="7">
                  <c:v>5.556738021255504e-06</c:v>
                </c:pt>
                <c:pt idx="8">
                  <c:v>5.659348144072283e-06</c:v>
                </c:pt>
                <c:pt idx="9">
                  <c:v>5.748930628793056e-06</c:v>
                </c:pt>
                <c:pt idx="10">
                  <c:v>5.824577078572474e-06</c:v>
                </c:pt>
                <c:pt idx="11">
                  <c:v>5.885705630948492e-06</c:v>
                </c:pt>
                <c:pt idx="12">
                  <c:v>5.932076781221743e-06</c:v>
                </c:pt>
                <c:pt idx="13">
                  <c:v>5.963787906989008e-06</c:v>
                </c:pt>
                <c:pt idx="14">
                  <c:v>5.9812480991635575e-06</c:v>
                </c:pt>
                <c:pt idx="15">
                  <c:v>5.985136960772797e-06</c:v>
                </c:pt>
                <c:pt idx="16">
                  <c:v>5.9763523828733015e-06</c:v>
                </c:pt>
                <c:pt idx="17">
                  <c:v>5.955952807004317e-06</c:v>
                </c:pt>
                <c:pt idx="18">
                  <c:v>5.925099185692185e-06</c:v>
                </c:pt>
                <c:pt idx="19">
                  <c:v>5.88500095144723e-06</c:v>
                </c:pt>
                <c:pt idx="20">
                  <c:v>5.836869065641076e-06</c:v>
                </c:pt>
                <c:pt idx="21">
                  <c:v>5.781877903156869e-06</c:v>
                </c:pt>
                <c:pt idx="22">
                  <c:v>5.721136541488125e-06</c:v>
                </c:pt>
                <c:pt idx="23">
                  <c:v>5.655669088771506e-06</c:v>
                </c:pt>
                <c:pt idx="24">
                  <c:v>5.5864030501446294e-06</c:v>
                </c:pt>
                <c:pt idx="25">
                  <c:v>5.514164381911978e-06</c:v>
                </c:pt>
              </c:numCache>
            </c:numRef>
          </c:val>
          <c:smooth/>
        </c:ser>
        <c:marker val="1"/>
        <c:smooth val="0"/>
        <c:axId val="2118791784"/>
        <c:axId val="2140495176"/>
      </c:lineChart>
      <c:catAx>
        <c:axId val="2118791784"/>
        <c:scaling>
          <c:orientation val="minMax"/>
        </c:scaling>
        <c:delete val="0"/>
        <c:axPos val="b"/>
        <c:title>
          <c:tx>
            <c:rich>
              <a:bodyPr/>
              <a:lstStyle/>
              <a:p>
                <a:pPr>
                  <a:defRPr sz="1000"/>
                </a:pPr>
                <a:r>
                  <a:t>Annual costs only in 2030 year, Mln. RUB</a:t>
                </a:r>
              </a:p>
            </c:rich>
          </c:tx>
          <c:layout/>
          <c:overlay val="0"/>
        </c:title>
        <c:majorTickMark val="out"/>
        <c:minorTickMark val="none"/>
        <c:tickLblPos val="nextTo"/>
        <c:crossAx val="2140495176"/>
        <c:crosses val="autoZero"/>
        <c:auto val="1"/>
        <c:lblAlgn val="ctr"/>
        <c:lblOffset val="100"/>
        <c:noMultiLvlLbl val="0"/>
        <c:tickLblSkip val="40"/>
        <c:tickMarkSkip val="40"/>
      </c:catAx>
      <c:valAx>
        <c:axId val="2140495176"/>
        <c:scaling/>
        <c:delete val="0"/>
        <c:axPos val="l"/>
        <c:majorGridlines>
          <c:spPr>
            <a:ln>
              <a:solidFill>
                <a:srgbClr val="AAAAAA"/>
              </a:solidFill>
            </a:ln>
          </c:spPr>
        </c:majorGridlines>
        <c:title>
          <c:tx>
            <c:rich>
              <a:bodyPr/>
              <a:lstStyle/>
              <a:p>
                <a:pPr>
                  <a:defRPr sz="1000"/>
                </a:pPr>
                <a:r>
                  <a:t>ROI 2026-2030</a:t>
                </a:r>
              </a:p>
            </c:rich>
          </c:tx>
          <c:layout/>
          <c:overlay val="0"/>
        </c:title>
        <c:majorTickMark val="out"/>
        <c:minorTickMark val="none"/>
        <c:tickLblPos val="nextTo"/>
        <c:crossAx val="2118791784"/>
        <c:crosses val="autoZero"/>
        <c:crossBetween val="midCat"/>
      </c:valAx>
    </c:plotArea>
    <c:legend>
      <c:legendPos/>
      <c:layout/>
      <c:overlay val="0"/>
      <c:txPr>
        <a:bodyPr/>
        <a:lstStyle/>
        <a:p>
          <a:pPr>
            <a:defRPr sz="1000">
              <a:latin typeface="Calibri"/>
            </a:defRPr>
          </a:pPr>
        </a:p>
      </c:txPr>
    </c:legend>
    <c:plotVisOnly val="1"/>
    <c:dispBlanksAs val="gap"/>
    <c:showDLblsOverMax val="0"/>
  </c:chart>
  <c:txPr>
    <a:bodyPr/>
    <a:lstStyle/>
    <a:p>
      <a:pPr>
        <a:defRPr sz="1000">
          <a:latin typeface="Calibri"/>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a:extLst>
              <a:ext uri="{FF2B5EF4-FFF2-40B4-BE49-F238E27FC236}">
                <a16:creationId xmlns:a16="http://schemas.microsoft.com/office/drawing/2014/main" id="{F76A9EDC-627D-0ADC-19C8-49B5F8D525D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a:extLst>
              <a:ext uri="{FF2B5EF4-FFF2-40B4-BE49-F238E27FC236}">
                <a16:creationId xmlns:a16="http://schemas.microsoft.com/office/drawing/2014/main" id="{F49D6338-EA08-40BC-2F87-CC2B74FC24E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F5B955E-0F27-F14D-99B1-4A1AF0977132}" type="datetimeFigureOut">
              <a:rPr lang="ru-RU" smtClean="0"/>
              <a:t>29.08.2024</a:t>
            </a:fld>
            <a:endParaRPr lang="ru-RU"/>
          </a:p>
        </p:txBody>
      </p:sp>
      <p:sp>
        <p:nvSpPr>
          <p:cNvPr id="4" name="Нижний колонтитул 3">
            <a:extLst>
              <a:ext uri="{FF2B5EF4-FFF2-40B4-BE49-F238E27FC236}">
                <a16:creationId xmlns:a16="http://schemas.microsoft.com/office/drawing/2014/main" id="{2DE62C8A-1197-4C2F-5C06-D17EAD865CB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5" name="Номер слайда 4">
            <a:extLst>
              <a:ext uri="{FF2B5EF4-FFF2-40B4-BE49-F238E27FC236}">
                <a16:creationId xmlns:a16="http://schemas.microsoft.com/office/drawing/2014/main" id="{9A356B4D-2804-BB3A-C702-3B19C0B30DF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91EB63F-08BB-A743-8651-16C5AB004D6E}" type="slidenum">
              <a:rPr lang="ru-RU" smtClean="0"/>
              <a:t>‹#›</a:t>
            </a:fld>
            <a:endParaRPr lang="ru-RU"/>
          </a:p>
        </p:txBody>
      </p:sp>
    </p:spTree>
    <p:extLst>
      <p:ext uri="{BB962C8B-B14F-4D97-AF65-F5344CB8AC3E}">
        <p14:creationId xmlns:p14="http://schemas.microsoft.com/office/powerpoint/2010/main" val="3805224811"/>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740993F-CE62-474D-87A4-50F9655D1AE0}" type="datetimeFigureOut">
              <a:rPr lang="ru-RU" smtClean="0"/>
              <a:t>29.08.2024</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8CF779-AF06-C74B-AA41-F7945B288291}" type="slidenum">
              <a:rPr lang="ru-RU" smtClean="0"/>
              <a:t>‹#›</a:t>
            </a:fld>
            <a:endParaRPr lang="ru-RU"/>
          </a:p>
        </p:txBody>
      </p:sp>
    </p:spTree>
    <p:extLst>
      <p:ext uri="{BB962C8B-B14F-4D97-AF65-F5344CB8AC3E}">
        <p14:creationId xmlns:p14="http://schemas.microsoft.com/office/powerpoint/2010/main" val="8412344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sp>
        <p:nvSpPr>
          <p:cNvPr id="8" name="Текст 7">
            <a:extLst>
              <a:ext uri="{FF2B5EF4-FFF2-40B4-BE49-F238E27FC236}">
                <a16:creationId xmlns:a16="http://schemas.microsoft.com/office/drawing/2014/main" id="{D861CEF5-070B-859F-2162-ABE0AE4EB4F2}"/>
              </a:ext>
            </a:extLst>
          </p:cNvPr>
          <p:cNvSpPr>
            <a:spLocks noGrp="1"/>
          </p:cNvSpPr>
          <p:nvPr>
            <p:ph type="body" sz="quarter" idx="14" hasCustomPrompt="1"/>
          </p:nvPr>
        </p:nvSpPr>
        <p:spPr>
          <a:xfrm>
            <a:off x="628746" y="2968488"/>
            <a:ext cx="10980737" cy="1093304"/>
          </a:xfrm>
        </p:spPr>
        <p:txBody>
          <a:bodyPr/>
          <a:lstStyle>
            <a:lvl1pPr>
              <a:defRPr>
                <a:solidFill>
                  <a:schemeClr val="tx1"/>
                </a:solidFill>
              </a:defRPr>
            </a:lvl1pPr>
          </a:lstStyle>
          <a:p>
            <a:pPr lvl="0"/>
            <a:r>
              <a:rPr lang="ru-RU" dirty="0"/>
              <a:t>Подзаголовок</a:t>
            </a:r>
          </a:p>
        </p:txBody>
      </p:sp>
      <p:sp>
        <p:nvSpPr>
          <p:cNvPr id="10" name="Текст 9">
            <a:extLst>
              <a:ext uri="{FF2B5EF4-FFF2-40B4-BE49-F238E27FC236}">
                <a16:creationId xmlns:a16="http://schemas.microsoft.com/office/drawing/2014/main" id="{5BBD61AC-F57D-AC87-3626-48E094453F74}"/>
              </a:ext>
            </a:extLst>
          </p:cNvPr>
          <p:cNvSpPr>
            <a:spLocks noGrp="1"/>
          </p:cNvSpPr>
          <p:nvPr>
            <p:ph type="body" sz="quarter" idx="15" hasCustomPrompt="1"/>
          </p:nvPr>
        </p:nvSpPr>
        <p:spPr>
          <a:xfrm>
            <a:off x="630238" y="5363017"/>
            <a:ext cx="5465763" cy="582613"/>
          </a:xfrm>
        </p:spPr>
        <p:txBody>
          <a:bodyPr bIns="0" anchor="b"/>
          <a:lstStyle>
            <a:lvl1pPr>
              <a:defRPr sz="2000">
                <a:solidFill>
                  <a:schemeClr val="tx1"/>
                </a:solidFill>
              </a:defRPr>
            </a:lvl1pPr>
          </a:lstStyle>
          <a:p>
            <a:pPr lvl="0"/>
            <a:r>
              <a:rPr lang="ru-RU" dirty="0"/>
              <a:t>Автор или дата</a:t>
            </a:r>
          </a:p>
        </p:txBody>
      </p:sp>
      <p:sp>
        <p:nvSpPr>
          <p:cNvPr id="5" name="Заголовок 4">
            <a:extLst>
              <a:ext uri="{FF2B5EF4-FFF2-40B4-BE49-F238E27FC236}">
                <a16:creationId xmlns:a16="http://schemas.microsoft.com/office/drawing/2014/main" id="{7F495D77-3429-69B0-1DA7-E5DF5E16E678}"/>
              </a:ext>
            </a:extLst>
          </p:cNvPr>
          <p:cNvSpPr>
            <a:spLocks noGrp="1"/>
          </p:cNvSpPr>
          <p:nvPr>
            <p:ph type="title" hasCustomPrompt="1"/>
          </p:nvPr>
        </p:nvSpPr>
        <p:spPr>
          <a:xfrm>
            <a:off x="628746" y="447450"/>
            <a:ext cx="10965239" cy="2238933"/>
          </a:xfrm>
        </p:spPr>
        <p:txBody>
          <a:bodyPr/>
          <a:lstStyle>
            <a:lvl1pPr>
              <a:defRPr sz="5400"/>
            </a:lvl1pPr>
          </a:lstStyle>
          <a:p>
            <a:r>
              <a:rPr lang="ru-RU" dirty="0"/>
              <a:t>Заголовок презентации в несколько строчек</a:t>
            </a:r>
          </a:p>
        </p:txBody>
      </p:sp>
    </p:spTree>
    <p:extLst>
      <p:ext uri="{BB962C8B-B14F-4D97-AF65-F5344CB8AC3E}">
        <p14:creationId xmlns:p14="http://schemas.microsoft.com/office/powerpoint/2010/main" val="34452362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lank_slide">
    <p:spTree>
      <p:nvGrpSpPr>
        <p:cNvPr id="1" name=""/>
        <p:cNvGrpSpPr/>
        <p:nvPr/>
      </p:nvGrpSpPr>
      <p:grpSpPr>
        <a:xfrm>
          <a:off x="0" y="0"/>
          <a:ext cx="0" cy="0"/>
          <a:chOff x="0" y="0"/>
          <a:chExt cx="0" cy="0"/>
        </a:xfrm>
      </p:grpSpPr>
      <p:sp>
        <p:nvSpPr>
          <p:cNvPr id="3" name="Нижний колонтитул 2">
            <a:extLst>
              <a:ext uri="{FF2B5EF4-FFF2-40B4-BE49-F238E27FC236}">
                <a16:creationId xmlns:a16="http://schemas.microsoft.com/office/drawing/2014/main" id="{737E9185-194A-6EEE-2608-CAE4F4EAF312}"/>
              </a:ext>
            </a:extLst>
          </p:cNvPr>
          <p:cNvSpPr>
            <a:spLocks noGrp="1"/>
          </p:cNvSpPr>
          <p:nvPr>
            <p:ph type="ftr" sz="quarter" idx="10"/>
          </p:nvPr>
        </p:nvSpPr>
        <p:spPr/>
        <p:txBody>
          <a:bodyPr/>
          <a:lstStyle/>
          <a:p>
            <a:r>
              <a:rPr lang="ru-RU"/>
              <a:t>Колонтитулы</a:t>
            </a:r>
            <a:endParaRPr lang="ru-RU" dirty="0"/>
          </a:p>
        </p:txBody>
      </p:sp>
      <p:sp>
        <p:nvSpPr>
          <p:cNvPr id="4" name="Номер слайда 3">
            <a:extLst>
              <a:ext uri="{FF2B5EF4-FFF2-40B4-BE49-F238E27FC236}">
                <a16:creationId xmlns:a16="http://schemas.microsoft.com/office/drawing/2014/main" id="{5B180FCF-82AE-009A-8134-D04824D64F48}"/>
              </a:ext>
            </a:extLst>
          </p:cNvPr>
          <p:cNvSpPr>
            <a:spLocks noGrp="1"/>
          </p:cNvSpPr>
          <p:nvPr>
            <p:ph type="sldNum" sz="quarter" idx="11"/>
          </p:nvPr>
        </p:nvSpPr>
        <p:spPr/>
        <p:txBody>
          <a:bodyPr/>
          <a:lstStyle/>
          <a:p>
            <a:fld id="{1899DD1A-AB47-7A46-8108-F13B73B7CDE0}" type="slidenum">
              <a:rPr lang="ru-RU" smtClean="0"/>
              <a:t>‹#›</a:t>
            </a:fld>
            <a:endParaRPr lang="ru-RU" dirty="0"/>
          </a:p>
        </p:txBody>
      </p:sp>
      <p:sp>
        <p:nvSpPr>
          <p:cNvPr id="5" name="Заголовок 4">
            <a:extLst>
              <a:ext uri="{FF2B5EF4-FFF2-40B4-BE49-F238E27FC236}">
                <a16:creationId xmlns:a16="http://schemas.microsoft.com/office/drawing/2014/main" id="{6DE8EC53-280F-4A8F-4939-F50A9DA1DC3A}"/>
              </a:ext>
            </a:extLst>
          </p:cNvPr>
          <p:cNvSpPr>
            <a:spLocks noGrp="1"/>
          </p:cNvSpPr>
          <p:nvPr>
            <p:ph type="title" hasCustomPrompt="1"/>
          </p:nvPr>
        </p:nvSpPr>
        <p:spPr/>
        <p:txBody>
          <a:bodyPr/>
          <a:lstStyle/>
          <a:p>
            <a:r>
              <a:rPr lang="ru-RU" dirty="0"/>
              <a:t>Заголовок</a:t>
            </a:r>
          </a:p>
        </p:txBody>
      </p:sp>
    </p:spTree>
    <p:extLst>
      <p:ext uri="{BB962C8B-B14F-4D97-AF65-F5344CB8AC3E}">
        <p14:creationId xmlns:p14="http://schemas.microsoft.com/office/powerpoint/2010/main" val="16794336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978D919-89FA-E6EC-EB0E-16FCFFDB4115}"/>
              </a:ext>
            </a:extLst>
          </p:cNvPr>
          <p:cNvSpPr>
            <a:spLocks noGrp="1"/>
          </p:cNvSpPr>
          <p:nvPr>
            <p:ph type="title"/>
          </p:nvPr>
        </p:nvSpPr>
        <p:spPr>
          <a:xfrm>
            <a:off x="628746" y="447451"/>
            <a:ext cx="10965239" cy="782862"/>
          </a:xfrm>
          <a:prstGeom prst="rect">
            <a:avLst/>
          </a:prstGeom>
        </p:spPr>
        <p:txBody>
          <a:bodyPr vert="horz" lIns="0" tIns="0" rIns="0" bIns="0" rtlCol="0" anchor="t">
            <a:noAutofit/>
          </a:bodyPr>
          <a:lstStyle/>
          <a:p>
            <a:r>
              <a:rPr lang="en-US" dirty="0"/>
              <a:t>Header</a:t>
            </a:r>
            <a:endParaRPr lang="ru-RU" dirty="0"/>
          </a:p>
        </p:txBody>
      </p:sp>
      <p:sp>
        <p:nvSpPr>
          <p:cNvPr id="3" name="Текст 2">
            <a:extLst>
              <a:ext uri="{FF2B5EF4-FFF2-40B4-BE49-F238E27FC236}">
                <a16:creationId xmlns:a16="http://schemas.microsoft.com/office/drawing/2014/main" id="{2007D975-8BE4-1415-02AF-554D6473DD53}"/>
              </a:ext>
            </a:extLst>
          </p:cNvPr>
          <p:cNvSpPr>
            <a:spLocks noGrp="1"/>
          </p:cNvSpPr>
          <p:nvPr>
            <p:ph type="body" idx="1"/>
          </p:nvPr>
        </p:nvSpPr>
        <p:spPr>
          <a:xfrm>
            <a:off x="628685" y="1491753"/>
            <a:ext cx="10965239" cy="4438604"/>
          </a:xfrm>
          <a:prstGeom prst="rect">
            <a:avLst/>
          </a:prstGeom>
        </p:spPr>
        <p:txBody>
          <a:bodyPr vert="horz" lIns="0" tIns="45720" rIns="91440" bIns="45720" rtlCol="0">
            <a:noAutofit/>
          </a:bodyPr>
          <a:lstStyle/>
          <a:p>
            <a:pPr lvl="0"/>
            <a:r>
              <a:rPr lang="en-US" dirty="0"/>
              <a:t>Text layout</a:t>
            </a:r>
            <a:endParaRPr lang="ru-RU" dirty="0"/>
          </a:p>
          <a:p>
            <a:pPr lvl="1"/>
            <a:r>
              <a:rPr lang="en-US" dirty="0"/>
              <a:t>Second level</a:t>
            </a:r>
            <a:endParaRPr lang="ru-RU" dirty="0"/>
          </a:p>
          <a:p>
            <a:pPr lvl="2"/>
            <a:r>
              <a:rPr lang="en-US" dirty="0"/>
              <a:t>Third level</a:t>
            </a:r>
            <a:endParaRPr lang="ru-RU" dirty="0"/>
          </a:p>
          <a:p>
            <a:pPr lvl="3"/>
            <a:r>
              <a:rPr lang="en-US" dirty="0"/>
              <a:t>Fourth level</a:t>
            </a:r>
            <a:endParaRPr lang="ru-RU" dirty="0"/>
          </a:p>
          <a:p>
            <a:pPr lvl="4"/>
            <a:r>
              <a:rPr lang="en-US" dirty="0"/>
              <a:t>Fifth level</a:t>
            </a:r>
            <a:endParaRPr lang="ru-RU" dirty="0"/>
          </a:p>
        </p:txBody>
      </p:sp>
      <p:sp>
        <p:nvSpPr>
          <p:cNvPr id="5" name="Нижний колонтитул 4">
            <a:extLst>
              <a:ext uri="{FF2B5EF4-FFF2-40B4-BE49-F238E27FC236}">
                <a16:creationId xmlns:a16="http://schemas.microsoft.com/office/drawing/2014/main" id="{3891C067-9E09-5C64-324C-1E0AD4DD6B72}"/>
              </a:ext>
            </a:extLst>
          </p:cNvPr>
          <p:cNvSpPr>
            <a:spLocks noGrp="1"/>
          </p:cNvSpPr>
          <p:nvPr>
            <p:ph type="ftr" sz="quarter" idx="3"/>
          </p:nvPr>
        </p:nvSpPr>
        <p:spPr>
          <a:xfrm>
            <a:off x="3441582" y="6285863"/>
            <a:ext cx="7388018" cy="269317"/>
          </a:xfrm>
          <a:prstGeom prst="rect">
            <a:avLst/>
          </a:prstGeom>
        </p:spPr>
        <p:txBody>
          <a:bodyPr vert="horz" lIns="46800" tIns="45720" rIns="0" bIns="45720" rtlCol="0" anchor="ctr"/>
          <a:lstStyle>
            <a:lvl1pPr algn="l">
              <a:defRPr sz="800">
                <a:solidFill>
                  <a:schemeClr val="tx1"/>
                </a:solidFill>
              </a:defRPr>
            </a:lvl1pPr>
          </a:lstStyle>
          <a:p>
            <a:r>
              <a:rPr lang="ru-RU"/>
              <a:t>Источник или колонтитулы</a:t>
            </a:r>
            <a:endParaRPr lang="ru-RU" dirty="0"/>
          </a:p>
        </p:txBody>
      </p:sp>
      <p:sp>
        <p:nvSpPr>
          <p:cNvPr id="6" name="Номер слайда 5">
            <a:extLst>
              <a:ext uri="{FF2B5EF4-FFF2-40B4-BE49-F238E27FC236}">
                <a16:creationId xmlns:a16="http://schemas.microsoft.com/office/drawing/2014/main" id="{CA7C00EF-3CF4-B73A-F6E5-16B685DE26CA}"/>
              </a:ext>
            </a:extLst>
          </p:cNvPr>
          <p:cNvSpPr>
            <a:spLocks noGrp="1"/>
          </p:cNvSpPr>
          <p:nvPr>
            <p:ph type="sldNum" sz="quarter" idx="4"/>
          </p:nvPr>
        </p:nvSpPr>
        <p:spPr>
          <a:xfrm>
            <a:off x="10940779" y="6346868"/>
            <a:ext cx="663846" cy="142875"/>
          </a:xfrm>
          <a:prstGeom prst="rect">
            <a:avLst/>
          </a:prstGeom>
        </p:spPr>
        <p:txBody>
          <a:bodyPr vert="horz" wrap="none" lIns="0" tIns="45720" rIns="0" bIns="45720" rtlCol="0" anchor="ctr"/>
          <a:lstStyle>
            <a:lvl1pPr algn="r">
              <a:defRPr sz="1200">
                <a:solidFill>
                  <a:schemeClr val="bg2">
                    <a:lumMod val="50000"/>
                  </a:schemeClr>
                </a:solidFill>
              </a:defRPr>
            </a:lvl1pPr>
          </a:lstStyle>
          <a:p>
            <a:fld id="{1899DD1A-AB47-7A46-8108-F13B73B7CDE0}" type="slidenum">
              <a:rPr lang="ru-RU" smtClean="0"/>
              <a:pPr/>
              <a:t>‹#›</a:t>
            </a:fld>
            <a:endParaRPr lang="ru-RU" dirty="0"/>
          </a:p>
        </p:txBody>
      </p:sp>
      <p:pic>
        <p:nvPicPr>
          <p:cNvPr id="7" name="Picture 6"/>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50789" y="6347447"/>
            <a:ext cx="253602" cy="253265"/>
          </a:xfrm>
          <a:prstGeom prst="rect">
            <a:avLst/>
          </a:prstGeom>
        </p:spPr>
      </p:pic>
      <p:sp>
        <p:nvSpPr>
          <p:cNvPr id="8" name="TextBox 7"/>
          <p:cNvSpPr txBox="1"/>
          <p:nvPr userDrawn="1"/>
        </p:nvSpPr>
        <p:spPr>
          <a:xfrm>
            <a:off x="999093" y="6352617"/>
            <a:ext cx="1826483" cy="153888"/>
          </a:xfrm>
          <a:prstGeom prst="rect">
            <a:avLst/>
          </a:prstGeom>
          <a:noFill/>
        </p:spPr>
        <p:txBody>
          <a:bodyPr wrap="square" lIns="0" tIns="0" rIns="0" bIns="0" rtlCol="0">
            <a:spAutoFit/>
          </a:bodyPr>
          <a:lstStyle/>
          <a:p>
            <a:pPr algn="l">
              <a:spcBef>
                <a:spcPts val="1000"/>
              </a:spcBef>
            </a:pPr>
            <a:r>
              <a:rPr lang="en-US" sz="1000" dirty="0" smtClean="0">
                <a:effectLst/>
                <a:latin typeface="Ony Okkam" panose="00000500000000000000" pitchFamily="2" charset="-52"/>
              </a:rPr>
              <a:t>Powered by FERMATRICA</a:t>
            </a:r>
            <a:r>
              <a:rPr lang="en-US" sz="1000" baseline="30000" dirty="0" smtClean="0">
                <a:effectLst/>
                <a:latin typeface="Ony Okkam" panose="00000500000000000000" pitchFamily="2" charset="-52"/>
              </a:rPr>
              <a:t>TM</a:t>
            </a:r>
            <a:endParaRPr lang="ru-RU" sz="1000" baseline="30000" dirty="0" err="1" smtClean="0">
              <a:effectLst/>
              <a:latin typeface="Ony Okkam" panose="00000500000000000000" pitchFamily="2" charset="-52"/>
            </a:endParaRPr>
          </a:p>
        </p:txBody>
      </p:sp>
    </p:spTree>
    <p:extLst>
      <p:ext uri="{BB962C8B-B14F-4D97-AF65-F5344CB8AC3E}">
        <p14:creationId xmlns:p14="http://schemas.microsoft.com/office/powerpoint/2010/main" val="2517285767"/>
      </p:ext>
    </p:extLst>
  </p:cSld>
  <p:clrMap bg1="lt1" tx1="dk1" bg2="lt2" tx2="dk2" accent1="accent1" accent2="accent2" accent3="accent3" accent4="accent4" accent5="accent5" accent6="accent6" hlink="hlink" folHlink="folHlink"/>
  <p:sldLayoutIdLst>
    <p:sldLayoutId id="2147483932" r:id="rId1"/>
    <p:sldLayoutId id="2147483950" r:id="rId2"/>
  </p:sldLayoutIdLst>
  <p:hf hdr="0" dt="0"/>
  <p:txStyles>
    <p:titleStyle>
      <a:lvl1pPr algn="l" defTabSz="914400" rtl="0" eaLnBrk="1" latinLnBrk="0" hangingPunct="1">
        <a:lnSpc>
          <a:spcPct val="90000"/>
        </a:lnSpc>
        <a:spcBef>
          <a:spcPct val="0"/>
        </a:spcBef>
        <a:buNone/>
        <a:defRPr sz="2400" kern="1200">
          <a:solidFill>
            <a:schemeClr val="tx1"/>
          </a:solidFill>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18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2" pos="393">
          <p15:clr>
            <a:srgbClr val="F26B43"/>
          </p15:clr>
        </p15:guide>
        <p15:guide id="3" pos="7310">
          <p15:clr>
            <a:srgbClr val="F26B43"/>
          </p15:clr>
        </p15:guide>
        <p15:guide id="4" orient="horz" pos="4088" userDrawn="1">
          <p15:clr>
            <a:srgbClr val="F26B43"/>
          </p15:clr>
        </p15:guide>
        <p15:guide id="5" orient="horz" pos="3748" userDrawn="1">
          <p15:clr>
            <a:srgbClr val="F26B43"/>
          </p15:clr>
        </p15:guide>
        <p15:guide id="6" orient="horz" pos="3997" userDrawn="1">
          <p15:clr>
            <a:srgbClr val="F26B43"/>
          </p15:clr>
        </p15:guide>
        <p15:guide id="7" orient="horz" pos="278">
          <p15:clr>
            <a:srgbClr val="F26B43"/>
          </p15:clr>
        </p15:guide>
        <p15:guide id="9" pos="3840">
          <p15:clr>
            <a:srgbClr val="F26B43"/>
          </p15:clr>
        </p15:guide>
        <p15:guide id="10" orient="horz" pos="777" userDrawn="1">
          <p15:clr>
            <a:srgbClr val="F26B43"/>
          </p15:clr>
        </p15:guide>
        <p15:guide id="11" orient="horz" pos="935"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xml"/><Relationship Id="rId3" Type="http://schemas.openxmlformats.org/officeDocument/2006/relationships/chart" Target="../charts/char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5.xml"/><Relationship Id="rId3" Type="http://schemas.openxmlformats.org/officeDocument/2006/relationships/chart" Target="../charts/chart6.xml"/><Relationship Id="rId4" Type="http://schemas.openxmlformats.org/officeDocument/2006/relationships/chart" Target="../charts/char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8.xml"/><Relationship Id="rId3" Type="http://schemas.openxmlformats.org/officeDocument/2006/relationships/chart" Target="../charts/chart9.xml"/><Relationship Id="rId4" Type="http://schemas.openxmlformats.org/officeDocument/2006/relationships/chart" Target="../charts/char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4"/>
          </p:nvPr>
        </p:nvSpPr>
        <p:spPr/>
        <p:txBody>
          <a:bodyPr/>
          <a:lstStyle/>
          <a:p>
            <a:endParaRPr lang="ru-RU"/>
          </a:p>
        </p:txBody>
      </p:sp>
      <p:sp>
        <p:nvSpPr>
          <p:cNvPr id="3" name="Text Placeholder 2"/>
          <p:cNvSpPr>
            <a:spLocks noGrp="1"/>
          </p:cNvSpPr>
          <p:nvPr>
            <p:ph type="body" sz="quarter" idx="15"/>
          </p:nvPr>
        </p:nvSpPr>
        <p:spPr/>
        <p:txBody>
          <a:bodyPr/>
          <a:lstStyle/>
          <a:p>
            <a:endParaRPr lang="ru-RU"/>
          </a:p>
        </p:txBody>
      </p:sp>
      <p:sp>
        <p:nvSpPr>
          <p:cNvPr id="4" name="Title 3"/>
          <p:cNvSpPr>
            <a:spLocks noGrp="1"/>
          </p:cNvSpPr>
          <p:nvPr>
            <p:ph type="title"/>
          </p:nvPr>
        </p:nvSpPr>
        <p:spPr/>
        <p:txBody>
          <a:bodyPr/>
          <a:lstStyle/>
          <a:p>
            <a:endParaRPr lang="ru-RU"/>
          </a:p>
        </p:txBody>
      </p:sp>
    </p:spTree>
    <p:extLst>
      <p:ext uri="{BB962C8B-B14F-4D97-AF65-F5344CB8AC3E}">
        <p14:creationId xmlns:p14="http://schemas.microsoft.com/office/powerpoint/2010/main" val="1460508819"/>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Brand_1. 2025 expected sales: 0 Packs, 57 k RUB</a:t>
            </a:r>
          </a:p>
        </p:txBody>
      </p:sp>
      <p:graphicFrame>
        <p:nvGraphicFramePr>
          <p:cNvPr id="3" name="Chart 2"/>
          <p:cNvGraphicFramePr>
            <a:graphicFrameLocks noGrp="1"/>
          </p:cNvGraphicFramePr>
          <p:nvPr/>
        </p:nvGraphicFramePr>
        <p:xfrm>
          <a:off x="609600" y="1230313"/>
          <a:ext cx="5486400" cy="3429000"/>
        </p:xfrm>
        <a:graphic>
          <a:graphicData uri="http://schemas.openxmlformats.org/drawingml/2006/chart">
            <c:chart xmlns:c="http://schemas.openxmlformats.org/drawingml/2006/chart" r:id="rId2"/>
          </a:graphicData>
        </a:graphic>
      </p:graphicFrame>
      <p:graphicFrame>
        <p:nvGraphicFramePr>
          <p:cNvPr id="4" name="Chart 3"/>
          <p:cNvGraphicFramePr>
            <a:graphicFrameLocks noGrp="1"/>
          </p:cNvGraphicFramePr>
          <p:nvPr/>
        </p:nvGraphicFramePr>
        <p:xfrm>
          <a:off x="6096000" y="1230313"/>
          <a:ext cx="5486400" cy="3429000"/>
        </p:xfrm>
        <a:graphic>
          <a:graphicData uri="http://schemas.openxmlformats.org/drawingml/2006/chart">
            <c:chart xmlns:c="http://schemas.openxmlformats.org/drawingml/2006/chart" r:id="rId3"/>
          </a:graphicData>
        </a:graphic>
      </p:graphicFrame>
      <p:graphicFrame>
        <p:nvGraphicFramePr>
          <p:cNvPr id="5" name="Table 4"/>
          <p:cNvGraphicFramePr>
            <a:graphicFrameLocks noGrp="1"/>
          </p:cNvGraphicFramePr>
          <p:nvPr/>
        </p:nvGraphicFramePr>
        <p:xfrm>
          <a:off x="609600" y="4659313"/>
          <a:ext cx="4064000" cy="1200150"/>
        </p:xfrm>
        <a:graphic>
          <a:graphicData uri="http://schemas.openxmlformats.org/drawingml/2006/table">
            <a:tbl>
              <a:tblPr firstRow="1" bandRow="1">
                <a:tableStyleId>{5C22544A-7EE6-4342-B048-85BDC9FD1C3A}</a:tableStyleId>
              </a:tblPr>
              <a:tblGrid>
                <a:gridCol w="762000"/>
                <a:gridCol w="1270000"/>
                <a:gridCol w="1270000"/>
                <a:gridCol w="762000"/>
              </a:tblGrid>
              <a:tr h="171450">
                <a:tc>
                  <a:txBody>
                    <a:bodyPr/>
                    <a:lstStyle/>
                    <a:p>
                      <a:pPr algn="ctr">
                        <a:defRPr sz="1000">
                          <a:latin typeface="Calibri"/>
                        </a:defRPr>
                      </a:pPr>
                      <a:r>
                        <a:t>Year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Observed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Predicted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Error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r>
              <a:tr h="171450">
                <a:tc>
                  <a:txBody>
                    <a:bodyPr/>
                    <a:lstStyle/>
                    <a:p>
                      <a:pPr algn="ctr">
                        <a:defRPr sz="1000">
                          <a:latin typeface="Calibri"/>
                        </a:defRPr>
                      </a:pPr>
                      <a:r>
                        <a:t>2020</a:t>
                      </a:r>
                    </a:p>
                  </a:txBody>
                  <a:tcPr marB="0" marT="0"/>
                </a:tc>
                <a:tc>
                  <a:txBody>
                    <a:bodyPr/>
                    <a:lstStyle/>
                    <a:p>
                      <a:pPr algn="ctr">
                        <a:defRPr sz="1000">
                          <a:latin typeface="Calibri"/>
                        </a:defRPr>
                      </a:pPr>
                      <a:r>
                        <a:t>491</a:t>
                      </a:r>
                    </a:p>
                  </a:txBody>
                  <a:tcPr marB="0" marT="0"/>
                </a:tc>
                <a:tc>
                  <a:txBody>
                    <a:bodyPr/>
                    <a:lstStyle/>
                    <a:p>
                      <a:pPr algn="ctr">
                        <a:defRPr sz="1000">
                          <a:latin typeface="Calibri"/>
                        </a:defRPr>
                      </a:pPr>
                      <a:r>
                        <a:t>497</a:t>
                      </a:r>
                    </a:p>
                  </a:txBody>
                  <a:tcPr marB="0" marT="0"/>
                </a:tc>
                <a:tc>
                  <a:txBody>
                    <a:bodyPr/>
                    <a:lstStyle/>
                    <a:p>
                      <a:pPr algn="ctr">
                        <a:defRPr sz="1000">
                          <a:latin typeface="Calibri"/>
                        </a:defRPr>
                      </a:pPr>
                      <a:r>
                        <a:t>1.3%</a:t>
                      </a:r>
                    </a:p>
                  </a:txBody>
                  <a:tcPr marB="0" marT="0"/>
                </a:tc>
              </a:tr>
              <a:tr h="171450">
                <a:tc>
                  <a:txBody>
                    <a:bodyPr/>
                    <a:lstStyle/>
                    <a:p>
                      <a:pPr algn="ctr">
                        <a:defRPr sz="1000">
                          <a:latin typeface="Calibri"/>
                        </a:defRPr>
                      </a:pPr>
                      <a:r>
                        <a:t>2021</a:t>
                      </a:r>
                    </a:p>
                  </a:txBody>
                  <a:tcPr marB="0" marT="0"/>
                </a:tc>
                <a:tc>
                  <a:txBody>
                    <a:bodyPr/>
                    <a:lstStyle/>
                    <a:p>
                      <a:pPr algn="ctr">
                        <a:defRPr sz="1000">
                          <a:latin typeface="Calibri"/>
                        </a:defRPr>
                      </a:pPr>
                      <a:r>
                        <a:t>502</a:t>
                      </a:r>
                    </a:p>
                  </a:txBody>
                  <a:tcPr marB="0" marT="0"/>
                </a:tc>
                <a:tc>
                  <a:txBody>
                    <a:bodyPr/>
                    <a:lstStyle/>
                    <a:p>
                      <a:pPr algn="ctr">
                        <a:defRPr sz="1000">
                          <a:latin typeface="Calibri"/>
                        </a:defRPr>
                      </a:pPr>
                      <a:r>
                        <a:t>500</a:t>
                      </a:r>
                    </a:p>
                  </a:txBody>
                  <a:tcPr marB="0" marT="0"/>
                </a:tc>
                <a:tc>
                  <a:txBody>
                    <a:bodyPr/>
                    <a:lstStyle/>
                    <a:p>
                      <a:pPr algn="ctr">
                        <a:defRPr sz="1000">
                          <a:latin typeface="Calibri"/>
                        </a:defRPr>
                      </a:pPr>
                      <a:r>
                        <a:t>-0.4%</a:t>
                      </a:r>
                    </a:p>
                  </a:txBody>
                  <a:tcPr marB="0" marT="0"/>
                </a:tc>
              </a:tr>
              <a:tr h="171450">
                <a:tc>
                  <a:txBody>
                    <a:bodyPr/>
                    <a:lstStyle/>
                    <a:p>
                      <a:pPr algn="ctr">
                        <a:defRPr sz="1000">
                          <a:latin typeface="Calibri"/>
                        </a:defRPr>
                      </a:pPr>
                      <a:r>
                        <a:t>2022</a:t>
                      </a:r>
                    </a:p>
                  </a:txBody>
                  <a:tcPr marB="0" marT="0"/>
                </a:tc>
                <a:tc>
                  <a:txBody>
                    <a:bodyPr/>
                    <a:lstStyle/>
                    <a:p>
                      <a:pPr algn="ctr">
                        <a:defRPr sz="1000">
                          <a:latin typeface="Calibri"/>
                        </a:defRPr>
                      </a:pPr>
                      <a:r>
                        <a:t>492</a:t>
                      </a:r>
                    </a:p>
                  </a:txBody>
                  <a:tcPr marB="0" marT="0"/>
                </a:tc>
                <a:tc>
                  <a:txBody>
                    <a:bodyPr/>
                    <a:lstStyle/>
                    <a:p>
                      <a:pPr algn="ctr">
                        <a:defRPr sz="1000">
                          <a:latin typeface="Calibri"/>
                        </a:defRPr>
                      </a:pPr>
                      <a:r>
                        <a:t>494</a:t>
                      </a:r>
                    </a:p>
                  </a:txBody>
                  <a:tcPr marB="0" marT="0"/>
                </a:tc>
                <a:tc>
                  <a:txBody>
                    <a:bodyPr/>
                    <a:lstStyle/>
                    <a:p>
                      <a:pPr algn="ctr">
                        <a:defRPr sz="1000">
                          <a:latin typeface="Calibri"/>
                        </a:defRPr>
                      </a:pPr>
                      <a:r>
                        <a:t>0.2%</a:t>
                      </a:r>
                    </a:p>
                  </a:txBody>
                  <a:tcPr marB="0" marT="0"/>
                </a:tc>
              </a:tr>
              <a:tr h="171450">
                <a:tc>
                  <a:txBody>
                    <a:bodyPr/>
                    <a:lstStyle/>
                    <a:p>
                      <a:pPr algn="ctr">
                        <a:defRPr sz="1000">
                          <a:latin typeface="Calibri"/>
                        </a:defRPr>
                      </a:pPr>
                      <a:r>
                        <a:t>2023</a:t>
                      </a:r>
                    </a:p>
                  </a:txBody>
                  <a:tcPr marB="0" marT="0"/>
                </a:tc>
                <a:tc>
                  <a:txBody>
                    <a:bodyPr/>
                    <a:lstStyle/>
                    <a:p>
                      <a:pPr algn="ctr">
                        <a:defRPr sz="1000">
                          <a:latin typeface="Calibri"/>
                        </a:defRPr>
                      </a:pPr>
                      <a:r>
                        <a:t>501</a:t>
                      </a:r>
                    </a:p>
                  </a:txBody>
                  <a:tcPr marB="0" marT="0"/>
                </a:tc>
                <a:tc>
                  <a:txBody>
                    <a:bodyPr/>
                    <a:lstStyle/>
                    <a:p>
                      <a:pPr algn="ctr">
                        <a:defRPr sz="1000">
                          <a:latin typeface="Calibri"/>
                        </a:defRPr>
                      </a:pPr>
                      <a:r>
                        <a:t>502</a:t>
                      </a:r>
                    </a:p>
                  </a:txBody>
                  <a:tcPr marB="0" marT="0"/>
                </a:tc>
                <a:tc>
                  <a:txBody>
                    <a:bodyPr/>
                    <a:lstStyle/>
                    <a:p>
                      <a:pPr algn="ctr">
                        <a:defRPr sz="1000">
                          <a:latin typeface="Calibri"/>
                        </a:defRPr>
                      </a:pPr>
                      <a:r>
                        <a:t>0.2%</a:t>
                      </a:r>
                    </a:p>
                  </a:txBody>
                  <a:tcPr marB="0" marT="0"/>
                </a:tc>
              </a:tr>
              <a:tr h="171450">
                <a:tc>
                  <a:txBody>
                    <a:bodyPr/>
                    <a:lstStyle/>
                    <a:p>
                      <a:pPr algn="ctr">
                        <a:defRPr sz="1000">
                          <a:latin typeface="Calibri"/>
                        </a:defRPr>
                      </a:pPr>
                      <a:r>
                        <a:t>2024</a:t>
                      </a:r>
                    </a:p>
                  </a:txBody>
                  <a:tcPr marB="0" marT="0"/>
                </a:tc>
                <a:tc>
                  <a:txBody>
                    <a:bodyPr/>
                    <a:lstStyle/>
                    <a:p>
                      <a:pPr algn="ctr">
                        <a:defRPr sz="1000">
                          <a:latin typeface="Calibri"/>
                        </a:defRPr>
                      </a:pPr>
                      <a:r>
                        <a:t>500</a:t>
                      </a:r>
                    </a:p>
                  </a:txBody>
                  <a:tcPr marB="0" marT="0"/>
                </a:tc>
                <a:tc>
                  <a:txBody>
                    <a:bodyPr/>
                    <a:lstStyle/>
                    <a:p>
                      <a:pPr algn="ctr">
                        <a:defRPr sz="1000">
                          <a:latin typeface="Calibri"/>
                        </a:defRPr>
                      </a:pPr>
                      <a:r>
                        <a:t>494</a:t>
                      </a:r>
                    </a:p>
                  </a:txBody>
                  <a:tcPr marB="0" marT="0"/>
                </a:tc>
                <a:tc>
                  <a:txBody>
                    <a:bodyPr/>
                    <a:lstStyle/>
                    <a:p>
                      <a:pPr algn="ctr">
                        <a:defRPr sz="1000">
                          <a:latin typeface="Calibri"/>
                        </a:defRPr>
                      </a:pPr>
                      <a:r>
                        <a:t>-1.2%</a:t>
                      </a:r>
                    </a:p>
                  </a:txBody>
                  <a:tcPr marB="0" marT="0"/>
                </a:tc>
              </a:tr>
              <a:tr h="171450">
                <a:tc>
                  <a:txBody>
                    <a:bodyPr/>
                    <a:lstStyle/>
                    <a:p>
                      <a:pPr algn="ctr">
                        <a:defRPr sz="1000">
                          <a:latin typeface="Calibri"/>
                        </a:defRPr>
                      </a:pPr>
                      <a:r>
                        <a:t>2025</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249</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254</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2.2%</a:t>
                      </a:r>
                    </a:p>
                  </a:txBody>
                  <a:tcPr marB="0" marT="0">
                    <a:lnB w="25000" cap="flat" cmpd="sng" algn="ctr">
                      <a:solidFill>
                        <a:srgbClr val="595959"/>
                      </a:solidFill>
                      <a:prstDash val="solid"/>
                      <a:round/>
                      <a:headEnd type="none" w="med" len="med"/>
                      <a:tailEnd type="none" w="med" len="med"/>
                    </a:lnB>
                  </a:tcPr>
                </a:tc>
              </a:tr>
            </a:tbl>
          </a:graphicData>
        </a:graphic>
      </p:graphicFrame>
      <p:graphicFrame>
        <p:nvGraphicFramePr>
          <p:cNvPr id="6" name="Table 5"/>
          <p:cNvGraphicFramePr>
            <a:graphicFrameLocks noGrp="1"/>
          </p:cNvGraphicFramePr>
          <p:nvPr/>
        </p:nvGraphicFramePr>
        <p:xfrm>
          <a:off x="7518400" y="4659313"/>
          <a:ext cx="4064000" cy="1200150"/>
        </p:xfrm>
        <a:graphic>
          <a:graphicData uri="http://schemas.openxmlformats.org/drawingml/2006/table">
            <a:tbl>
              <a:tblPr firstRow="1" bandRow="1">
                <a:tableStyleId>{5C22544A-7EE6-4342-B048-85BDC9FD1C3A}</a:tableStyleId>
              </a:tblPr>
              <a:tblGrid>
                <a:gridCol w="762000"/>
                <a:gridCol w="1270000"/>
                <a:gridCol w="1270000"/>
                <a:gridCol w="762000"/>
              </a:tblGrid>
              <a:tr h="171450">
                <a:tc>
                  <a:txBody>
                    <a:bodyPr/>
                    <a:lstStyle/>
                    <a:p>
                      <a:pPr algn="ctr">
                        <a:defRPr sz="1000">
                          <a:latin typeface="Calibri"/>
                        </a:defRPr>
                      </a:pPr>
                      <a:r>
                        <a:t>Year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Observed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Predicted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Error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r>
              <a:tr h="171450">
                <a:tc>
                  <a:txBody>
                    <a:bodyPr/>
                    <a:lstStyle/>
                    <a:p>
                      <a:pPr algn="ctr">
                        <a:defRPr sz="1000">
                          <a:latin typeface="Calibri"/>
                        </a:defRPr>
                      </a:pPr>
                      <a:r>
                        <a:t>2020</a:t>
                      </a:r>
                    </a:p>
                  </a:txBody>
                  <a:tcPr marB="0" marT="0"/>
                </a:tc>
                <a:tc>
                  <a:txBody>
                    <a:bodyPr/>
                    <a:lstStyle/>
                    <a:p>
                      <a:pPr algn="ctr">
                        <a:defRPr sz="1000">
                          <a:latin typeface="Calibri"/>
                        </a:defRPr>
                      </a:pPr>
                      <a:r>
                        <a:t>97 204</a:t>
                      </a:r>
                    </a:p>
                  </a:txBody>
                  <a:tcPr marB="0" marT="0"/>
                </a:tc>
                <a:tc>
                  <a:txBody>
                    <a:bodyPr/>
                    <a:lstStyle/>
                    <a:p>
                      <a:pPr algn="ctr">
                        <a:defRPr sz="1000">
                          <a:latin typeface="Calibri"/>
                        </a:defRPr>
                      </a:pPr>
                      <a:r>
                        <a:t>98 760</a:t>
                      </a:r>
                    </a:p>
                  </a:txBody>
                  <a:tcPr marB="0" marT="0"/>
                </a:tc>
                <a:tc>
                  <a:txBody>
                    <a:bodyPr/>
                    <a:lstStyle/>
                    <a:p>
                      <a:pPr algn="ctr">
                        <a:defRPr sz="1000">
                          <a:latin typeface="Calibri"/>
                        </a:defRPr>
                      </a:pPr>
                      <a:r>
                        <a:t>1.6%</a:t>
                      </a:r>
                    </a:p>
                  </a:txBody>
                  <a:tcPr marB="0" marT="0"/>
                </a:tc>
              </a:tr>
              <a:tr h="171450">
                <a:tc>
                  <a:txBody>
                    <a:bodyPr/>
                    <a:lstStyle/>
                    <a:p>
                      <a:pPr algn="ctr">
                        <a:defRPr sz="1000">
                          <a:latin typeface="Calibri"/>
                        </a:defRPr>
                      </a:pPr>
                      <a:r>
                        <a:t>2021</a:t>
                      </a:r>
                    </a:p>
                  </a:txBody>
                  <a:tcPr marB="0" marT="0"/>
                </a:tc>
                <a:tc>
                  <a:txBody>
                    <a:bodyPr/>
                    <a:lstStyle/>
                    <a:p>
                      <a:pPr algn="ctr">
                        <a:defRPr sz="1000">
                          <a:latin typeface="Calibri"/>
                        </a:defRPr>
                      </a:pPr>
                      <a:r>
                        <a:t>100 608</a:t>
                      </a:r>
                    </a:p>
                  </a:txBody>
                  <a:tcPr marB="0" marT="0"/>
                </a:tc>
                <a:tc>
                  <a:txBody>
                    <a:bodyPr/>
                    <a:lstStyle/>
                    <a:p>
                      <a:pPr algn="ctr">
                        <a:defRPr sz="1000">
                          <a:latin typeface="Calibri"/>
                        </a:defRPr>
                      </a:pPr>
                      <a:r>
                        <a:t>100 240</a:t>
                      </a:r>
                    </a:p>
                  </a:txBody>
                  <a:tcPr marB="0" marT="0"/>
                </a:tc>
                <a:tc>
                  <a:txBody>
                    <a:bodyPr/>
                    <a:lstStyle/>
                    <a:p>
                      <a:pPr algn="ctr">
                        <a:defRPr sz="1000">
                          <a:latin typeface="Calibri"/>
                        </a:defRPr>
                      </a:pPr>
                      <a:r>
                        <a:t>-0.4%</a:t>
                      </a:r>
                    </a:p>
                  </a:txBody>
                  <a:tcPr marB="0" marT="0"/>
                </a:tc>
              </a:tr>
              <a:tr h="171450">
                <a:tc>
                  <a:txBody>
                    <a:bodyPr/>
                    <a:lstStyle/>
                    <a:p>
                      <a:pPr algn="ctr">
                        <a:defRPr sz="1000">
                          <a:latin typeface="Calibri"/>
                        </a:defRPr>
                      </a:pPr>
                      <a:r>
                        <a:t>2022</a:t>
                      </a:r>
                    </a:p>
                  </a:txBody>
                  <a:tcPr marB="0" marT="0"/>
                </a:tc>
                <a:tc>
                  <a:txBody>
                    <a:bodyPr/>
                    <a:lstStyle/>
                    <a:p>
                      <a:pPr algn="ctr">
                        <a:defRPr sz="1000">
                          <a:latin typeface="Calibri"/>
                        </a:defRPr>
                      </a:pPr>
                      <a:r>
                        <a:t>98 666</a:t>
                      </a:r>
                    </a:p>
                  </a:txBody>
                  <a:tcPr marB="0" marT="0"/>
                </a:tc>
                <a:tc>
                  <a:txBody>
                    <a:bodyPr/>
                    <a:lstStyle/>
                    <a:p>
                      <a:pPr algn="ctr">
                        <a:defRPr sz="1000">
                          <a:latin typeface="Calibri"/>
                        </a:defRPr>
                      </a:pPr>
                      <a:r>
                        <a:t>98 860</a:t>
                      </a:r>
                    </a:p>
                  </a:txBody>
                  <a:tcPr marB="0" marT="0"/>
                </a:tc>
                <a:tc>
                  <a:txBody>
                    <a:bodyPr/>
                    <a:lstStyle/>
                    <a:p>
                      <a:pPr algn="ctr">
                        <a:defRPr sz="1000">
                          <a:latin typeface="Calibri"/>
                        </a:defRPr>
                      </a:pPr>
                      <a:r>
                        <a:t>0.2%</a:t>
                      </a:r>
                    </a:p>
                  </a:txBody>
                  <a:tcPr marB="0" marT="0"/>
                </a:tc>
              </a:tr>
              <a:tr h="171450">
                <a:tc>
                  <a:txBody>
                    <a:bodyPr/>
                    <a:lstStyle/>
                    <a:p>
                      <a:pPr algn="ctr">
                        <a:defRPr sz="1000">
                          <a:latin typeface="Calibri"/>
                        </a:defRPr>
                      </a:pPr>
                      <a:r>
                        <a:t>2023</a:t>
                      </a:r>
                    </a:p>
                  </a:txBody>
                  <a:tcPr marB="0" marT="0"/>
                </a:tc>
                <a:tc>
                  <a:txBody>
                    <a:bodyPr/>
                    <a:lstStyle/>
                    <a:p>
                      <a:pPr algn="ctr">
                        <a:defRPr sz="1000">
                          <a:latin typeface="Calibri"/>
                        </a:defRPr>
                      </a:pPr>
                      <a:r>
                        <a:t>99 854</a:t>
                      </a:r>
                    </a:p>
                  </a:txBody>
                  <a:tcPr marB="0" marT="0"/>
                </a:tc>
                <a:tc>
                  <a:txBody>
                    <a:bodyPr/>
                    <a:lstStyle/>
                    <a:p>
                      <a:pPr algn="ctr">
                        <a:defRPr sz="1000">
                          <a:latin typeface="Calibri"/>
                        </a:defRPr>
                      </a:pPr>
                      <a:r>
                        <a:t>100 164</a:t>
                      </a:r>
                    </a:p>
                  </a:txBody>
                  <a:tcPr marB="0" marT="0"/>
                </a:tc>
                <a:tc>
                  <a:txBody>
                    <a:bodyPr/>
                    <a:lstStyle/>
                    <a:p>
                      <a:pPr algn="ctr">
                        <a:defRPr sz="1000">
                          <a:latin typeface="Calibri"/>
                        </a:defRPr>
                      </a:pPr>
                      <a:r>
                        <a:t>0.3%</a:t>
                      </a:r>
                    </a:p>
                  </a:txBody>
                  <a:tcPr marB="0" marT="0"/>
                </a:tc>
              </a:tr>
              <a:tr h="171450">
                <a:tc>
                  <a:txBody>
                    <a:bodyPr/>
                    <a:lstStyle/>
                    <a:p>
                      <a:pPr algn="ctr">
                        <a:defRPr sz="1000">
                          <a:latin typeface="Calibri"/>
                        </a:defRPr>
                      </a:pPr>
                      <a:r>
                        <a:t>2024</a:t>
                      </a:r>
                    </a:p>
                  </a:txBody>
                  <a:tcPr marB="0" marT="0"/>
                </a:tc>
                <a:tc>
                  <a:txBody>
                    <a:bodyPr/>
                    <a:lstStyle/>
                    <a:p>
                      <a:pPr algn="ctr">
                        <a:defRPr sz="1000">
                          <a:latin typeface="Calibri"/>
                        </a:defRPr>
                      </a:pPr>
                      <a:r>
                        <a:t>98 959</a:t>
                      </a:r>
                    </a:p>
                  </a:txBody>
                  <a:tcPr marB="0" marT="0"/>
                </a:tc>
                <a:tc>
                  <a:txBody>
                    <a:bodyPr/>
                    <a:lstStyle/>
                    <a:p>
                      <a:pPr algn="ctr">
                        <a:defRPr sz="1000">
                          <a:latin typeface="Calibri"/>
                        </a:defRPr>
                      </a:pPr>
                      <a:r>
                        <a:t>97 734</a:t>
                      </a:r>
                    </a:p>
                  </a:txBody>
                  <a:tcPr marB="0" marT="0"/>
                </a:tc>
                <a:tc>
                  <a:txBody>
                    <a:bodyPr/>
                    <a:lstStyle/>
                    <a:p>
                      <a:pPr algn="ctr">
                        <a:defRPr sz="1000">
                          <a:latin typeface="Calibri"/>
                        </a:defRPr>
                      </a:pPr>
                      <a:r>
                        <a:t>-1.2%</a:t>
                      </a:r>
                    </a:p>
                  </a:txBody>
                  <a:tcPr marB="0" marT="0"/>
                </a:tc>
              </a:tr>
              <a:tr h="171450">
                <a:tc>
                  <a:txBody>
                    <a:bodyPr/>
                    <a:lstStyle/>
                    <a:p>
                      <a:pPr algn="ctr">
                        <a:defRPr sz="1000">
                          <a:latin typeface="Calibri"/>
                        </a:defRPr>
                      </a:pPr>
                      <a:r>
                        <a:t>2025</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55 804</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57 016</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2.2%</a:t>
                      </a:r>
                    </a:p>
                  </a:txBody>
                  <a:tcPr marB="0" marT="0">
                    <a:lnB w="25000" cap="flat" cmpd="sng" algn="ctr">
                      <a:solidFill>
                        <a:srgbClr val="595959"/>
                      </a:solidFill>
                      <a:prstDash val="solid"/>
                      <a:round/>
                      <a:headEnd type="none" w="med" len="med"/>
                      <a:tailEnd type="none" w="med" len="med"/>
                    </a:lnB>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Brand_1. Factor decomposition in Packs</a:t>
            </a:r>
          </a:p>
        </p:txBody>
      </p:sp>
      <p:graphicFrame>
        <p:nvGraphicFramePr>
          <p:cNvPr id="3" name="Chart 2"/>
          <p:cNvGraphicFramePr>
            <a:graphicFrameLocks noGrp="1"/>
          </p:cNvGraphicFramePr>
          <p:nvPr/>
        </p:nvGraphicFramePr>
        <p:xfrm>
          <a:off x="609600" y="1230313"/>
          <a:ext cx="10972800" cy="4800600"/>
        </p:xfrm>
        <a:graphic>
          <a:graphicData uri="http://schemas.openxmlformats.org/drawingml/2006/chart">
            <c:chart xmlns:c="http://schemas.openxmlformats.org/drawingml/2006/chart" r:id="rId2"/>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Brand_1. Factor decomposition in Packs</a:t>
            </a:r>
          </a:p>
        </p:txBody>
      </p:sp>
      <p:sp>
        <p:nvSpPr>
          <p:cNvPr id="3" name="TextBox 2"/>
          <p:cNvSpPr txBox="1"/>
          <p:nvPr/>
        </p:nvSpPr>
        <p:spPr>
          <a:xfrm>
            <a:off x="609600" y="1230313"/>
            <a:ext cx="3048000" cy="4800600"/>
          </a:xfrm>
          <a:prstGeom prst="rect">
            <a:avLst/>
          </a:prstGeom>
          <a:noFill/>
        </p:spPr>
        <p:txBody>
          <a:bodyPr wrap="square">
            <a:spAutoFit/>
          </a:bodyPr>
          <a:lstStyle/>
          <a:p>
            <a:pPr>
              <a:defRPr sz="1200">
                <a:latin typeface="Calibri"/>
              </a:defRPr>
            </a:pPr>
            <a: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graphicFrame>
        <p:nvGraphicFramePr>
          <p:cNvPr id="4" name="Chart 3"/>
          <p:cNvGraphicFramePr>
            <a:graphicFrameLocks noGrp="1"/>
          </p:cNvGraphicFramePr>
          <p:nvPr/>
        </p:nvGraphicFramePr>
        <p:xfrm>
          <a:off x="3657600" y="1230313"/>
          <a:ext cx="7924800" cy="4800600"/>
        </p:xfrm>
        <a:graphic>
          <a:graphicData uri="http://schemas.openxmlformats.org/drawingml/2006/chart">
            <c:chart xmlns:c="http://schemas.openxmlformats.org/drawingml/2006/chart" r:id="rId2"/>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defRPr sz="1800">
                <a:latin typeface="Verdana"/>
              </a:defRPr>
            </a:pPr>
            <a:r>
              <a:t>Marketing tools efficiency: short term (2026)</a:t>
            </a:r>
          </a:p>
        </p:txBody>
      </p:sp>
      <p:sp>
        <p:nvSpPr>
          <p:cNvPr id="3" name="TextBox 2"/>
          <p:cNvSpPr txBox="1"/>
          <p:nvPr/>
        </p:nvSpPr>
        <p:spPr>
          <a:xfrm>
            <a:off x="628746" y="1573213"/>
            <a:ext cx="10965239" cy="1371600"/>
          </a:xfrm>
          <a:prstGeom prst="rect">
            <a:avLst/>
          </a:prstGeom>
          <a:noFill/>
        </p:spPr>
        <p:txBody>
          <a:bodyPr wrap="square">
            <a:spAutoFit/>
          </a:bodyPr>
          <a:lstStyle/>
          <a:p>
            <a:pPr>
              <a:defRPr sz="1200">
                <a:latin typeface="Calibri"/>
              </a:defRPr>
            </a:pPr>
            <a: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graphicFrame>
        <p:nvGraphicFramePr>
          <p:cNvPr id="4" name="Chart 3"/>
          <p:cNvGraphicFramePr>
            <a:graphicFrameLocks noGrp="1"/>
          </p:cNvGraphicFramePr>
          <p:nvPr/>
        </p:nvGraphicFramePr>
        <p:xfrm>
          <a:off x="609600" y="2944813"/>
          <a:ext cx="3048000" cy="3429000"/>
        </p:xfrm>
        <a:graphic>
          <a:graphicData uri="http://schemas.openxmlformats.org/drawingml/2006/chart">
            <c:chart xmlns:c="http://schemas.openxmlformats.org/drawingml/2006/chart" r:id="rId2"/>
          </a:graphicData>
        </a:graphic>
      </p:graphicFrame>
      <p:graphicFrame>
        <p:nvGraphicFramePr>
          <p:cNvPr id="5" name="Chart 4"/>
          <p:cNvGraphicFramePr>
            <a:graphicFrameLocks noGrp="1"/>
          </p:cNvGraphicFramePr>
          <p:nvPr/>
        </p:nvGraphicFramePr>
        <p:xfrm>
          <a:off x="3657600" y="2944813"/>
          <a:ext cx="3048000" cy="3429000"/>
        </p:xfrm>
        <a:graphic>
          <a:graphicData uri="http://schemas.openxmlformats.org/drawingml/2006/chart">
            <c:chart xmlns:c="http://schemas.openxmlformats.org/drawingml/2006/chart" r:id="rId3"/>
          </a:graphicData>
        </a:graphic>
      </p:graphicFrame>
      <p:graphicFrame>
        <p:nvGraphicFramePr>
          <p:cNvPr id="6" name="Chart 5"/>
          <p:cNvGraphicFramePr>
            <a:graphicFrameLocks noGrp="1"/>
          </p:cNvGraphicFramePr>
          <p:nvPr/>
        </p:nvGraphicFramePr>
        <p:xfrm>
          <a:off x="6705600" y="2944813"/>
          <a:ext cx="4876800" cy="3429000"/>
        </p:xfrm>
        <a:graphic>
          <a:graphicData uri="http://schemas.openxmlformats.org/drawingml/2006/chart">
            <c:chart xmlns:c="http://schemas.openxmlformats.org/drawingml/2006/chart" r:id="rId4"/>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defRPr sz="1800">
                <a:latin typeface="Verdana"/>
              </a:defRPr>
            </a:pPr>
            <a:r>
              <a:t>Marketing tools efficiency: long term (2026-2030)</a:t>
            </a:r>
          </a:p>
        </p:txBody>
      </p:sp>
      <p:sp>
        <p:nvSpPr>
          <p:cNvPr id="3" name="TextBox 2"/>
          <p:cNvSpPr txBox="1"/>
          <p:nvPr/>
        </p:nvSpPr>
        <p:spPr>
          <a:xfrm>
            <a:off x="628746" y="1573213"/>
            <a:ext cx="10965239" cy="1371600"/>
          </a:xfrm>
          <a:prstGeom prst="rect">
            <a:avLst/>
          </a:prstGeom>
          <a:noFill/>
        </p:spPr>
        <p:txBody>
          <a:bodyPr wrap="square">
            <a:spAutoFit/>
          </a:bodyPr>
          <a:lstStyle/>
          <a:p>
            <a:pPr>
              <a:defRPr sz="1200">
                <a:latin typeface="Calibri"/>
              </a:defRPr>
            </a:pPr>
            <a: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graphicFrame>
        <p:nvGraphicFramePr>
          <p:cNvPr id="4" name="Chart 3"/>
          <p:cNvGraphicFramePr>
            <a:graphicFrameLocks noGrp="1"/>
          </p:cNvGraphicFramePr>
          <p:nvPr/>
        </p:nvGraphicFramePr>
        <p:xfrm>
          <a:off x="609600" y="2944813"/>
          <a:ext cx="3048000" cy="3429000"/>
        </p:xfrm>
        <a:graphic>
          <a:graphicData uri="http://schemas.openxmlformats.org/drawingml/2006/chart">
            <c:chart xmlns:c="http://schemas.openxmlformats.org/drawingml/2006/chart" r:id="rId2"/>
          </a:graphicData>
        </a:graphic>
      </p:graphicFrame>
      <p:graphicFrame>
        <p:nvGraphicFramePr>
          <p:cNvPr id="5" name="Chart 4"/>
          <p:cNvGraphicFramePr>
            <a:graphicFrameLocks noGrp="1"/>
          </p:cNvGraphicFramePr>
          <p:nvPr/>
        </p:nvGraphicFramePr>
        <p:xfrm>
          <a:off x="3657600" y="2944813"/>
          <a:ext cx="3048000" cy="3429000"/>
        </p:xfrm>
        <a:graphic>
          <a:graphicData uri="http://schemas.openxmlformats.org/drawingml/2006/chart">
            <c:chart xmlns:c="http://schemas.openxmlformats.org/drawingml/2006/chart" r:id="rId3"/>
          </a:graphicData>
        </a:graphic>
      </p:graphicFrame>
      <p:graphicFrame>
        <p:nvGraphicFramePr>
          <p:cNvPr id="6" name="Chart 5"/>
          <p:cNvGraphicFramePr>
            <a:graphicFrameLocks noGrp="1"/>
          </p:cNvGraphicFramePr>
          <p:nvPr/>
        </p:nvGraphicFramePr>
        <p:xfrm>
          <a:off x="6705600" y="2944813"/>
          <a:ext cx="4876800" cy="3429000"/>
        </p:xfrm>
        <a:graphic>
          <a:graphicData uri="http://schemas.openxmlformats.org/drawingml/2006/chart">
            <c:chart xmlns:c="http://schemas.openxmlformats.org/drawingml/2006/chart" r:id="rId4"/>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Comparison of budget options</a:t>
            </a:r>
          </a:p>
        </p:txBody>
      </p:sp>
      <p:sp>
        <p:nvSpPr>
          <p:cNvPr id="3" name="TextBox 2"/>
          <p:cNvSpPr txBox="1"/>
          <p:nvPr/>
        </p:nvSpPr>
        <p:spPr>
          <a:xfrm>
            <a:off x="2804160" y="1573213"/>
            <a:ext cx="2194560" cy="342900"/>
          </a:xfrm>
          <a:prstGeom prst="rect">
            <a:avLst/>
          </a:prstGeom>
          <a:noFill/>
        </p:spPr>
        <p:txBody>
          <a:bodyPr wrap="square">
            <a:spAutoFit/>
          </a:bodyPr>
          <a:lstStyle/>
          <a:p>
            <a:pPr>
              <a:defRPr b="1" sz="1200">
                <a:latin typeface="Calibri"/>
              </a:defRPr>
            </a:pPr>
            <a:r>
              <a:t>Option 1. zero</a:t>
            </a:r>
          </a:p>
        </p:txBody>
      </p:sp>
      <p:sp>
        <p:nvSpPr>
          <p:cNvPr id="4" name="TextBox 3"/>
          <p:cNvSpPr txBox="1"/>
          <p:nvPr/>
        </p:nvSpPr>
        <p:spPr>
          <a:xfrm>
            <a:off x="4998720" y="1573213"/>
            <a:ext cx="2194560" cy="342900"/>
          </a:xfrm>
          <a:prstGeom prst="rect">
            <a:avLst/>
          </a:prstGeom>
          <a:noFill/>
        </p:spPr>
        <p:txBody>
          <a:bodyPr wrap="square">
            <a:spAutoFit/>
          </a:bodyPr>
          <a:lstStyle/>
          <a:p>
            <a:pPr>
              <a:defRPr b="1" sz="1200">
                <a:latin typeface="Calibri"/>
              </a:defRPr>
            </a:pPr>
            <a:r>
              <a:t>Option 2. predefined</a:t>
            </a:r>
          </a:p>
        </p:txBody>
      </p:sp>
      <p:graphicFrame>
        <p:nvGraphicFramePr>
          <p:cNvPr id="5" name="Table 4"/>
          <p:cNvGraphicFramePr>
            <a:graphicFrameLocks noGrp="1"/>
          </p:cNvGraphicFramePr>
          <p:nvPr/>
        </p:nvGraphicFramePr>
        <p:xfrm>
          <a:off x="609600" y="1916113"/>
          <a:ext cx="6583680" cy="2694219"/>
        </p:xfrm>
        <a:graphic>
          <a:graphicData uri="http://schemas.openxmlformats.org/drawingml/2006/table">
            <a:tbl>
              <a:tblPr firstRow="1" bandRow="1">
                <a:tableStyleId>{5C22544A-7EE6-4342-B048-85BDC9FD1C3A}</a:tableStyleId>
              </a:tblPr>
              <a:tblGrid>
                <a:gridCol w="2194560"/>
                <a:gridCol w="1097280"/>
                <a:gridCol w="1097280"/>
                <a:gridCol w="1097280"/>
                <a:gridCol w="1097280"/>
              </a:tblGrid>
              <a:tr h="244929">
                <a:tc>
                  <a:txBody>
                    <a:bodyPr/>
                    <a:lstStyle/>
                    <a:p>
                      <a:pPr algn="ctr">
                        <a:defRPr sz="1000">
                          <a:latin typeface="Calibri"/>
                        </a:defRPr>
                      </a:pPr>
                      <a:r>
                        <a:t>Costs, Mln. RUB</a:t>
                      </a:r>
                    </a:p>
                  </a:txBody>
                  <a:tcPr>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2026</a:t>
                      </a:r>
                    </a:p>
                  </a:txBody>
                  <a:tcPr>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solidFill>
                      <a:srgbClr val="7F7F7F"/>
                    </a:solidFill>
                  </a:tcPr>
                </a:tc>
                <a:tc>
                  <a:txBody>
                    <a:bodyPr/>
                    <a:lstStyle/>
                    <a:p>
                      <a:pPr algn="ctr">
                        <a:defRPr sz="1000">
                          <a:latin typeface="Calibri"/>
                        </a:defRPr>
                      </a:pPr>
                      <a:r>
                        <a:t>2026-2030</a:t>
                      </a:r>
                    </a:p>
                  </a:txBody>
                  <a:tcPr>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solidFill>
                      <a:srgbClr val="7F7F7F"/>
                    </a:solidFill>
                  </a:tcPr>
                </a:tc>
                <a:tc>
                  <a:txBody>
                    <a:bodyPr/>
                    <a:lstStyle/>
                    <a:p>
                      <a:pPr algn="ctr">
                        <a:defRPr sz="1000">
                          <a:latin typeface="Calibri"/>
                        </a:defRPr>
                      </a:pPr>
                      <a:r>
                        <a:t>2026</a:t>
                      </a:r>
                    </a:p>
                  </a:txBody>
                  <a:tcPr>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2026-2030</a:t>
                      </a:r>
                    </a:p>
                  </a:txBody>
                  <a:tcPr>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r>
              <a:tr h="244929">
                <a:tc>
                  <a:txBody>
                    <a:bodyPr/>
                    <a:lstStyle/>
                    <a:p>
                      <a:pPr algn="ctr">
                        <a:defRPr sz="1000">
                          <a:latin typeface="Calibri"/>
                        </a:defRPr>
                      </a:pPr>
                      <a:r>
                        <a:t>bdg_dgt_display</a:t>
                      </a:r>
                    </a:p>
                  </a:txBody>
                  <a:tcPr/>
                </a:tc>
                <a:tc>
                  <a:txBody>
                    <a:bodyPr/>
                    <a:lstStyle/>
                    <a:p>
                      <a:pPr algn="ctr">
                        <a:defRPr sz="1000">
                          <a:latin typeface="Calibri"/>
                        </a:defRPr>
                      </a:pPr>
                      <a:r>
                        <a:t>0.0</a:t>
                      </a:r>
                    </a:p>
                  </a:txBody>
                  <a:tcPr/>
                </a:tc>
                <a:tc>
                  <a:txBody>
                    <a:bodyPr/>
                    <a:lstStyle/>
                    <a:p>
                      <a:pPr algn="ctr">
                        <a:defRPr sz="1000">
                          <a:latin typeface="Calibri"/>
                        </a:defRPr>
                      </a:pPr>
                      <a:r>
                        <a:t>0.0</a:t>
                      </a:r>
                    </a:p>
                  </a:txBody>
                  <a:tcPr/>
                </a:tc>
                <a:tc>
                  <a:txBody>
                    <a:bodyPr/>
                    <a:lstStyle/>
                    <a:p>
                      <a:pPr algn="ctr">
                        <a:defRPr sz="1000">
                          <a:latin typeface="Calibri"/>
                        </a:defRPr>
                      </a:pPr>
                      <a:r>
                        <a:t>30.0</a:t>
                      </a:r>
                    </a:p>
                  </a:txBody>
                  <a:tcPr/>
                </a:tc>
                <a:tc>
                  <a:txBody>
                    <a:bodyPr/>
                    <a:lstStyle/>
                    <a:p>
                      <a:pPr algn="ctr">
                        <a:defRPr sz="1000">
                          <a:latin typeface="Calibri"/>
                        </a:defRPr>
                      </a:pPr>
                      <a:r>
                        <a:t>150.0</a:t>
                      </a:r>
                    </a:p>
                  </a:txBody>
                  <a:tcPr/>
                </a:tc>
              </a:tr>
              <a:tr h="244929">
                <a:tc>
                  <a:txBody>
                    <a:bodyPr/>
                    <a:lstStyle/>
                    <a:p>
                      <a:pPr algn="ctr">
                        <a:defRPr sz="1000">
                          <a:latin typeface="Calibri"/>
                        </a:defRPr>
                      </a:pPr>
                      <a:r>
                        <a:t>bdg_dgt_perform</a:t>
                      </a:r>
                    </a:p>
                  </a:txBody>
                  <a:tcPr/>
                </a:tc>
                <a:tc>
                  <a:txBody>
                    <a:bodyPr/>
                    <a:lstStyle/>
                    <a:p>
                      <a:pPr algn="ctr">
                        <a:defRPr sz="1000">
                          <a:latin typeface="Calibri"/>
                        </a:defRPr>
                      </a:pPr>
                      <a:r>
                        <a:t>0.0</a:t>
                      </a:r>
                    </a:p>
                  </a:txBody>
                  <a:tcPr/>
                </a:tc>
                <a:tc>
                  <a:txBody>
                    <a:bodyPr/>
                    <a:lstStyle/>
                    <a:p>
                      <a:pPr algn="ctr">
                        <a:defRPr sz="1000">
                          <a:latin typeface="Calibri"/>
                        </a:defRPr>
                      </a:pPr>
                      <a:r>
                        <a:t>0.0</a:t>
                      </a:r>
                    </a:p>
                  </a:txBody>
                  <a:tcPr/>
                </a:tc>
                <a:tc>
                  <a:txBody>
                    <a:bodyPr/>
                    <a:lstStyle/>
                    <a:p>
                      <a:pPr algn="ctr">
                        <a:defRPr sz="1000">
                          <a:latin typeface="Calibri"/>
                        </a:defRPr>
                      </a:pPr>
                      <a:r>
                        <a:t>20.0</a:t>
                      </a:r>
                    </a:p>
                  </a:txBody>
                  <a:tcPr/>
                </a:tc>
                <a:tc>
                  <a:txBody>
                    <a:bodyPr/>
                    <a:lstStyle/>
                    <a:p>
                      <a:pPr algn="ctr">
                        <a:defRPr sz="1000">
                          <a:latin typeface="Calibri"/>
                        </a:defRPr>
                      </a:pPr>
                      <a:r>
                        <a:t>100.0</a:t>
                      </a:r>
                    </a:p>
                  </a:txBody>
                  <a:tcPr/>
                </a:tc>
              </a:tr>
              <a:tr h="244929">
                <a:tc>
                  <a:txBody>
                    <a:bodyPr/>
                    <a:lstStyle/>
                    <a:p>
                      <a:pPr algn="ctr">
                        <a:defRPr sz="1000">
                          <a:latin typeface="Calibri"/>
                        </a:defRPr>
                      </a:pPr>
                      <a:r>
                        <a:t>bdg_dgt_special</a:t>
                      </a:r>
                    </a:p>
                  </a:txBody>
                  <a:tcPr/>
                </a:tc>
                <a:tc>
                  <a:txBody>
                    <a:bodyPr/>
                    <a:lstStyle/>
                    <a:p>
                      <a:pPr algn="ctr">
                        <a:defRPr sz="1000">
                          <a:latin typeface="Calibri"/>
                        </a:defRPr>
                      </a:pPr>
                      <a:r>
                        <a:t>0.0</a:t>
                      </a:r>
                    </a:p>
                  </a:txBody>
                  <a:tcPr/>
                </a:tc>
                <a:tc>
                  <a:txBody>
                    <a:bodyPr/>
                    <a:lstStyle/>
                    <a:p>
                      <a:pPr algn="ctr">
                        <a:defRPr sz="1000">
                          <a:latin typeface="Calibri"/>
                        </a:defRPr>
                      </a:pPr>
                      <a:r>
                        <a:t>0.0</a:t>
                      </a:r>
                    </a:p>
                  </a:txBody>
                  <a:tcPr/>
                </a:tc>
                <a:tc>
                  <a:txBody>
                    <a:bodyPr/>
                    <a:lstStyle/>
                    <a:p>
                      <a:pPr algn="ctr">
                        <a:defRPr sz="1000">
                          <a:latin typeface="Calibri"/>
                        </a:defRPr>
                      </a:pPr>
                      <a:r>
                        <a:t>20.0</a:t>
                      </a:r>
                    </a:p>
                  </a:txBody>
                  <a:tcPr/>
                </a:tc>
                <a:tc>
                  <a:txBody>
                    <a:bodyPr/>
                    <a:lstStyle/>
                    <a:p>
                      <a:pPr algn="ctr">
                        <a:defRPr sz="1000">
                          <a:latin typeface="Calibri"/>
                        </a:defRPr>
                      </a:pPr>
                      <a:r>
                        <a:t>100.0</a:t>
                      </a:r>
                    </a:p>
                  </a:txBody>
                  <a:tcPr/>
                </a:tc>
              </a:tr>
              <a:tr h="244929">
                <a:tc>
                  <a:txBody>
                    <a:bodyPr/>
                    <a:lstStyle/>
                    <a:p>
                      <a:pPr algn="ctr">
                        <a:defRPr sz="1000">
                          <a:latin typeface="Calibri"/>
                        </a:defRPr>
                      </a:pPr>
                      <a:r>
                        <a:t>bdg_dgt_video</a:t>
                      </a:r>
                    </a:p>
                  </a:txBody>
                  <a:tcPr/>
                </a:tc>
                <a:tc>
                  <a:txBody>
                    <a:bodyPr/>
                    <a:lstStyle/>
                    <a:p>
                      <a:pPr algn="ctr">
                        <a:defRPr sz="1000">
                          <a:latin typeface="Calibri"/>
                        </a:defRPr>
                      </a:pPr>
                      <a:r>
                        <a:t>0.0</a:t>
                      </a:r>
                    </a:p>
                  </a:txBody>
                  <a:tcPr/>
                </a:tc>
                <a:tc>
                  <a:txBody>
                    <a:bodyPr/>
                    <a:lstStyle/>
                    <a:p>
                      <a:pPr algn="ctr">
                        <a:defRPr sz="1000">
                          <a:latin typeface="Calibri"/>
                        </a:defRPr>
                      </a:pPr>
                      <a:r>
                        <a:t>0.0</a:t>
                      </a:r>
                    </a:p>
                  </a:txBody>
                  <a:tcPr/>
                </a:tc>
                <a:tc>
                  <a:txBody>
                    <a:bodyPr/>
                    <a:lstStyle/>
                    <a:p>
                      <a:pPr algn="ctr">
                        <a:defRPr sz="1000">
                          <a:latin typeface="Calibri"/>
                        </a:defRPr>
                      </a:pPr>
                      <a:r>
                        <a:t>30.0</a:t>
                      </a:r>
                    </a:p>
                  </a:txBody>
                  <a:tcPr/>
                </a:tc>
                <a:tc>
                  <a:txBody>
                    <a:bodyPr/>
                    <a:lstStyle/>
                    <a:p>
                      <a:pPr algn="ctr">
                        <a:defRPr sz="1000">
                          <a:latin typeface="Calibri"/>
                        </a:defRPr>
                      </a:pPr>
                      <a:r>
                        <a:t>150.0</a:t>
                      </a:r>
                    </a:p>
                  </a:txBody>
                  <a:tcPr/>
                </a:tc>
              </a:tr>
              <a:tr h="244929">
                <a:tc>
                  <a:txBody>
                    <a:bodyPr/>
                    <a:lstStyle/>
                    <a:p>
                      <a:pPr algn="ctr">
                        <a:defRPr sz="1000">
                          <a:latin typeface="Calibri"/>
                        </a:defRPr>
                      </a:pPr>
                      <a:r>
                        <a:t>bdg_ecom</a:t>
                      </a:r>
                    </a:p>
                  </a:txBody>
                  <a:tcPr/>
                </a:tc>
                <a:tc>
                  <a:txBody>
                    <a:bodyPr/>
                    <a:lstStyle/>
                    <a:p>
                      <a:pPr algn="ctr">
                        <a:defRPr sz="1000">
                          <a:latin typeface="Calibri"/>
                        </a:defRPr>
                      </a:pPr>
                      <a:r>
                        <a:t>0.0</a:t>
                      </a:r>
                    </a:p>
                  </a:txBody>
                  <a:tcPr/>
                </a:tc>
                <a:tc>
                  <a:txBody>
                    <a:bodyPr/>
                    <a:lstStyle/>
                    <a:p>
                      <a:pPr algn="ctr">
                        <a:defRPr sz="1000">
                          <a:latin typeface="Calibri"/>
                        </a:defRPr>
                      </a:pPr>
                      <a:r>
                        <a:t>0.0</a:t>
                      </a:r>
                    </a:p>
                  </a:txBody>
                  <a:tcPr/>
                </a:tc>
                <a:tc>
                  <a:txBody>
                    <a:bodyPr/>
                    <a:lstStyle/>
                    <a:p>
                      <a:pPr algn="ctr">
                        <a:defRPr sz="1000">
                          <a:latin typeface="Calibri"/>
                        </a:defRPr>
                      </a:pPr>
                      <a:r>
                        <a:t>10.0</a:t>
                      </a:r>
                    </a:p>
                  </a:txBody>
                  <a:tcPr/>
                </a:tc>
                <a:tc>
                  <a:txBody>
                    <a:bodyPr/>
                    <a:lstStyle/>
                    <a:p>
                      <a:pPr algn="ctr">
                        <a:defRPr sz="1000">
                          <a:latin typeface="Calibri"/>
                        </a:defRPr>
                      </a:pPr>
                      <a:r>
                        <a:t>50.0</a:t>
                      </a:r>
                    </a:p>
                  </a:txBody>
                  <a:tcPr/>
                </a:tc>
              </a:tr>
              <a:tr h="244929">
                <a:tc>
                  <a:txBody>
                    <a:bodyPr/>
                    <a:lstStyle/>
                    <a:p>
                      <a:pPr algn="ctr">
                        <a:defRPr sz="1000">
                          <a:latin typeface="Calibri"/>
                        </a:defRPr>
                      </a:pPr>
                      <a:r>
                        <a:t>bdg_ooh</a:t>
                      </a:r>
                    </a:p>
                  </a:txBody>
                  <a:tcPr/>
                </a:tc>
                <a:tc>
                  <a:txBody>
                    <a:bodyPr/>
                    <a:lstStyle/>
                    <a:p>
                      <a:pPr algn="ctr">
                        <a:defRPr sz="1000">
                          <a:latin typeface="Calibri"/>
                        </a:defRPr>
                      </a:pPr>
                      <a:r>
                        <a:t>0.0</a:t>
                      </a:r>
                    </a:p>
                  </a:txBody>
                  <a:tcPr/>
                </a:tc>
                <a:tc>
                  <a:txBody>
                    <a:bodyPr/>
                    <a:lstStyle/>
                    <a:p>
                      <a:pPr algn="ctr">
                        <a:defRPr sz="1000">
                          <a:latin typeface="Calibri"/>
                        </a:defRPr>
                      </a:pPr>
                      <a:r>
                        <a:t>0.0</a:t>
                      </a:r>
                    </a:p>
                  </a:txBody>
                  <a:tcPr/>
                </a:tc>
                <a:tc>
                  <a:txBody>
                    <a:bodyPr/>
                    <a:lstStyle/>
                    <a:p>
                      <a:pPr algn="ctr">
                        <a:defRPr sz="1000">
                          <a:latin typeface="Calibri"/>
                        </a:defRPr>
                      </a:pPr>
                      <a:r>
                        <a:t>30.0</a:t>
                      </a:r>
                    </a:p>
                  </a:txBody>
                  <a:tcPr/>
                </a:tc>
                <a:tc>
                  <a:txBody>
                    <a:bodyPr/>
                    <a:lstStyle/>
                    <a:p>
                      <a:pPr algn="ctr">
                        <a:defRPr sz="1000">
                          <a:latin typeface="Calibri"/>
                        </a:defRPr>
                      </a:pPr>
                      <a:r>
                        <a:t>150.0</a:t>
                      </a:r>
                    </a:p>
                  </a:txBody>
                  <a:tcPr/>
                </a:tc>
              </a:tr>
              <a:tr h="244929">
                <a:tc>
                  <a:txBody>
                    <a:bodyPr/>
                    <a:lstStyle/>
                    <a:p>
                      <a:pPr algn="ctr">
                        <a:defRPr sz="1000">
                          <a:latin typeface="Calibri"/>
                        </a:defRPr>
                      </a:pPr>
                      <a:r>
                        <a:t>bdg_pos</a:t>
                      </a:r>
                    </a:p>
                  </a:txBody>
                  <a:tcPr/>
                </a:tc>
                <a:tc>
                  <a:txBody>
                    <a:bodyPr/>
                    <a:lstStyle/>
                    <a:p>
                      <a:pPr algn="ctr">
                        <a:defRPr sz="1000">
                          <a:latin typeface="Calibri"/>
                        </a:defRPr>
                      </a:pPr>
                      <a:r>
                        <a:t>0.0</a:t>
                      </a:r>
                    </a:p>
                  </a:txBody>
                  <a:tcPr/>
                </a:tc>
                <a:tc>
                  <a:txBody>
                    <a:bodyPr/>
                    <a:lstStyle/>
                    <a:p>
                      <a:pPr algn="ctr">
                        <a:defRPr sz="1000">
                          <a:latin typeface="Calibri"/>
                        </a:defRPr>
                      </a:pPr>
                      <a:r>
                        <a:t>0.0</a:t>
                      </a:r>
                    </a:p>
                  </a:txBody>
                  <a:tcPr/>
                </a:tc>
                <a:tc>
                  <a:txBody>
                    <a:bodyPr/>
                    <a:lstStyle/>
                    <a:p>
                      <a:pPr algn="ctr">
                        <a:defRPr sz="1000">
                          <a:latin typeface="Calibri"/>
                        </a:defRPr>
                      </a:pPr>
                      <a:r>
                        <a:t>20.0</a:t>
                      </a:r>
                    </a:p>
                  </a:txBody>
                  <a:tcPr/>
                </a:tc>
                <a:tc>
                  <a:txBody>
                    <a:bodyPr/>
                    <a:lstStyle/>
                    <a:p>
                      <a:pPr algn="ctr">
                        <a:defRPr sz="1000">
                          <a:latin typeface="Calibri"/>
                        </a:defRPr>
                      </a:pPr>
                      <a:r>
                        <a:t>100.0</a:t>
                      </a:r>
                    </a:p>
                  </a:txBody>
                  <a:tcPr/>
                </a:tc>
              </a:tr>
              <a:tr h="244929">
                <a:tc>
                  <a:txBody>
                    <a:bodyPr/>
                    <a:lstStyle/>
                    <a:p>
                      <a:pPr algn="ctr">
                        <a:defRPr sz="1000">
                          <a:latin typeface="Calibri"/>
                        </a:defRPr>
                      </a:pPr>
                      <a:r>
                        <a:t>PR</a:t>
                      </a:r>
                    </a:p>
                  </a:txBody>
                  <a:tcPr/>
                </a:tc>
                <a:tc>
                  <a:txBody>
                    <a:bodyPr/>
                    <a:lstStyle/>
                    <a:p>
                      <a:pPr algn="ctr">
                        <a:defRPr sz="1000">
                          <a:latin typeface="Calibri"/>
                        </a:defRPr>
                      </a:pPr>
                      <a:r>
                        <a:t>0.0</a:t>
                      </a:r>
                    </a:p>
                  </a:txBody>
                  <a:tcPr/>
                </a:tc>
                <a:tc>
                  <a:txBody>
                    <a:bodyPr/>
                    <a:lstStyle/>
                    <a:p>
                      <a:pPr algn="ctr">
                        <a:defRPr sz="1000">
                          <a:latin typeface="Calibri"/>
                        </a:defRPr>
                      </a:pPr>
                      <a:r>
                        <a:t>0.0</a:t>
                      </a:r>
                    </a:p>
                  </a:txBody>
                  <a:tcPr/>
                </a:tc>
                <a:tc>
                  <a:txBody>
                    <a:bodyPr/>
                    <a:lstStyle/>
                    <a:p>
                      <a:pPr algn="ctr">
                        <a:defRPr sz="1000">
                          <a:latin typeface="Calibri"/>
                        </a:defRPr>
                      </a:pPr>
                      <a:r>
                        <a:t>10.0</a:t>
                      </a:r>
                    </a:p>
                  </a:txBody>
                  <a:tcPr/>
                </a:tc>
                <a:tc>
                  <a:txBody>
                    <a:bodyPr/>
                    <a:lstStyle/>
                    <a:p>
                      <a:pPr algn="ctr">
                        <a:defRPr sz="1000">
                          <a:latin typeface="Calibri"/>
                        </a:defRPr>
                      </a:pPr>
                      <a:r>
                        <a:t>50.0</a:t>
                      </a:r>
                    </a:p>
                  </a:txBody>
                  <a:tcPr/>
                </a:tc>
              </a:tr>
              <a:tr h="244929">
                <a:tc>
                  <a:txBody>
                    <a:bodyPr/>
                    <a:lstStyle/>
                    <a:p>
                      <a:pPr algn="ctr">
                        <a:defRPr sz="1000">
                          <a:latin typeface="Calibri"/>
                        </a:defRPr>
                      </a:pPr>
                      <a:r>
                        <a:t>TV</a:t>
                      </a:r>
                    </a:p>
                  </a:txBody>
                  <a:tcPr/>
                </a:tc>
                <a:tc>
                  <a:txBody>
                    <a:bodyPr/>
                    <a:lstStyle/>
                    <a:p>
                      <a:pPr algn="ctr">
                        <a:defRPr sz="1000">
                          <a:latin typeface="Calibri"/>
                        </a:defRPr>
                      </a:pPr>
                      <a:r>
                        <a:t>0.0</a:t>
                      </a:r>
                    </a:p>
                  </a:txBody>
                  <a:tcPr/>
                </a:tc>
                <a:tc>
                  <a:txBody>
                    <a:bodyPr/>
                    <a:lstStyle/>
                    <a:p>
                      <a:pPr algn="ctr">
                        <a:defRPr sz="1000">
                          <a:latin typeface="Calibri"/>
                        </a:defRPr>
                      </a:pPr>
                      <a:r>
                        <a:t>0.0</a:t>
                      </a:r>
                    </a:p>
                  </a:txBody>
                  <a:tcPr/>
                </a:tc>
                <a:tc>
                  <a:txBody>
                    <a:bodyPr/>
                    <a:lstStyle/>
                    <a:p>
                      <a:pPr algn="ctr">
                        <a:defRPr sz="1000">
                          <a:latin typeface="Calibri"/>
                        </a:defRPr>
                      </a:pPr>
                      <a:r>
                        <a:t>200.0</a:t>
                      </a:r>
                    </a:p>
                  </a:txBody>
                  <a:tcPr/>
                </a:tc>
                <a:tc>
                  <a:txBody>
                    <a:bodyPr/>
                    <a:lstStyle/>
                    <a:p>
                      <a:pPr algn="ctr">
                        <a:defRPr sz="1000">
                          <a:latin typeface="Calibri"/>
                        </a:defRPr>
                      </a:pPr>
                      <a:r>
                        <a:t>1000.0</a:t>
                      </a:r>
                    </a:p>
                  </a:txBody>
                  <a:tcPr/>
                </a:tc>
              </a:tr>
              <a:tr h="244929">
                <a:tc>
                  <a:txBody>
                    <a:bodyPr/>
                    <a:lstStyle/>
                    <a:p>
                      <a:pPr algn="ctr">
                        <a:defRPr b="1" sz="1000">
                          <a:latin typeface="Calibri"/>
                        </a:defRPr>
                      </a:pPr>
                      <a:r>
                        <a:t>Total</a:t>
                      </a:r>
                    </a:p>
                  </a:txBody>
                  <a:tcPr>
                    <a:lnB w="25000" cap="flat" cmpd="sng" algn="ctr">
                      <a:solidFill>
                        <a:srgbClr val="595959"/>
                      </a:solidFill>
                      <a:prstDash val="solid"/>
                      <a:round/>
                      <a:headEnd type="none" w="med" len="med"/>
                      <a:tailEnd type="none" w="med" len="med"/>
                    </a:lnB>
                  </a:tcPr>
                </a:tc>
                <a:tc>
                  <a:txBody>
                    <a:bodyPr/>
                    <a:lstStyle/>
                    <a:p>
                      <a:pPr algn="ctr">
                        <a:defRPr b="1" sz="1000">
                          <a:latin typeface="Calibri"/>
                        </a:defRPr>
                      </a:pPr>
                      <a:r>
                        <a:t>0.0</a:t>
                      </a:r>
                    </a:p>
                  </a:txBody>
                  <a:tcPr>
                    <a:lnB w="25000" cap="flat" cmpd="sng" algn="ctr">
                      <a:solidFill>
                        <a:srgbClr val="595959"/>
                      </a:solidFill>
                      <a:prstDash val="solid"/>
                      <a:round/>
                      <a:headEnd type="none" w="med" len="med"/>
                      <a:tailEnd type="none" w="med" len="med"/>
                    </a:lnB>
                  </a:tcPr>
                </a:tc>
                <a:tc>
                  <a:txBody>
                    <a:bodyPr/>
                    <a:lstStyle/>
                    <a:p>
                      <a:pPr algn="ctr">
                        <a:defRPr b="1" sz="1000">
                          <a:latin typeface="Calibri"/>
                        </a:defRPr>
                      </a:pPr>
                      <a:r>
                        <a:t>0.0</a:t>
                      </a:r>
                    </a:p>
                  </a:txBody>
                  <a:tcPr>
                    <a:lnB w="25000" cap="flat" cmpd="sng" algn="ctr">
                      <a:solidFill>
                        <a:srgbClr val="595959"/>
                      </a:solidFill>
                      <a:prstDash val="solid"/>
                      <a:round/>
                      <a:headEnd type="none" w="med" len="med"/>
                      <a:tailEnd type="none" w="med" len="med"/>
                    </a:lnB>
                  </a:tcPr>
                </a:tc>
                <a:tc>
                  <a:txBody>
                    <a:bodyPr/>
                    <a:lstStyle/>
                    <a:p>
                      <a:pPr algn="ctr">
                        <a:defRPr b="1" sz="1000">
                          <a:latin typeface="Calibri"/>
                        </a:defRPr>
                      </a:pPr>
                      <a:r>
                        <a:t>370.0</a:t>
                      </a:r>
                    </a:p>
                  </a:txBody>
                  <a:tcPr>
                    <a:lnB w="25000" cap="flat" cmpd="sng" algn="ctr">
                      <a:solidFill>
                        <a:srgbClr val="595959"/>
                      </a:solidFill>
                      <a:prstDash val="solid"/>
                      <a:round/>
                      <a:headEnd type="none" w="med" len="med"/>
                      <a:tailEnd type="none" w="med" len="med"/>
                    </a:lnB>
                  </a:tcPr>
                </a:tc>
                <a:tc>
                  <a:txBody>
                    <a:bodyPr/>
                    <a:lstStyle/>
                    <a:p>
                      <a:pPr algn="ctr">
                        <a:defRPr b="1" sz="1000">
                          <a:latin typeface="Calibri"/>
                        </a:defRPr>
                      </a:pPr>
                      <a:r>
                        <a:t>1850.0</a:t>
                      </a:r>
                    </a:p>
                  </a:txBody>
                  <a:tcPr>
                    <a:lnB w="25000" cap="flat" cmpd="sng" algn="ctr">
                      <a:solidFill>
                        <a:srgbClr val="595959"/>
                      </a:solidFill>
                      <a:prstDash val="solid"/>
                      <a:round/>
                      <a:headEnd type="none" w="med" len="med"/>
                      <a:tailEnd type="none" w="med" len="med"/>
                    </a:lnB>
                  </a:tcPr>
                </a:tc>
              </a:tr>
            </a:tbl>
          </a:graphicData>
        </a:graphic>
      </p:graphicFrame>
      <p:graphicFrame>
        <p:nvGraphicFramePr>
          <p:cNvPr id="6" name="Table 5"/>
          <p:cNvGraphicFramePr>
            <a:graphicFrameLocks noGrp="1"/>
          </p:cNvGraphicFramePr>
          <p:nvPr/>
        </p:nvGraphicFramePr>
        <p:xfrm>
          <a:off x="609600" y="4953232"/>
          <a:ext cx="6583680" cy="1714503"/>
        </p:xfrm>
        <a:graphic>
          <a:graphicData uri="http://schemas.openxmlformats.org/drawingml/2006/table">
            <a:tbl>
              <a:tblPr firstRow="1" bandRow="1">
                <a:tableStyleId>{5C22544A-7EE6-4342-B048-85BDC9FD1C3A}</a:tableStyleId>
              </a:tblPr>
              <a:tblGrid>
                <a:gridCol w="2194560"/>
                <a:gridCol w="1097280"/>
                <a:gridCol w="1097280"/>
                <a:gridCol w="1097280"/>
                <a:gridCol w="1097280"/>
              </a:tblGrid>
              <a:tr h="244929">
                <a:tc>
                  <a:txBody>
                    <a:bodyPr/>
                    <a:lstStyle/>
                    <a:p>
                      <a:pPr algn="ctr">
                        <a:defRPr sz="1000">
                          <a:latin typeface="Calibri"/>
                        </a:defRPr>
                      </a:pPr>
                      <a:r>
                        <a:t>Sales</a:t>
                      </a:r>
                    </a:p>
                  </a:txBody>
                  <a:tcPr>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2026</a:t>
                      </a:r>
                    </a:p>
                  </a:txBody>
                  <a:tcPr>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solidFill>
                      <a:srgbClr val="7F7F7F"/>
                    </a:solidFill>
                  </a:tcPr>
                </a:tc>
                <a:tc>
                  <a:txBody>
                    <a:bodyPr/>
                    <a:lstStyle/>
                    <a:p>
                      <a:pPr algn="ctr">
                        <a:defRPr sz="1000">
                          <a:latin typeface="Calibri"/>
                        </a:defRPr>
                      </a:pPr>
                      <a:r>
                        <a:t>2026-2030</a:t>
                      </a:r>
                    </a:p>
                  </a:txBody>
                  <a:tcPr>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solidFill>
                      <a:srgbClr val="7F7F7F"/>
                    </a:solidFill>
                  </a:tcPr>
                </a:tc>
                <a:tc>
                  <a:txBody>
                    <a:bodyPr/>
                    <a:lstStyle/>
                    <a:p>
                      <a:pPr algn="ctr">
                        <a:defRPr sz="1000">
                          <a:latin typeface="Calibri"/>
                        </a:defRPr>
                      </a:pPr>
                      <a:r>
                        <a:t>2026</a:t>
                      </a:r>
                    </a:p>
                  </a:txBody>
                  <a:tcPr>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2026-2030</a:t>
                      </a:r>
                    </a:p>
                  </a:txBody>
                  <a:tcPr>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r>
              <a:tr h="244929">
                <a:tc>
                  <a:txBody>
                    <a:bodyPr/>
                    <a:lstStyle/>
                    <a:p>
                      <a:pPr algn="ctr">
                        <a:defRPr sz="1000">
                          <a:latin typeface="Calibri"/>
                        </a:defRPr>
                      </a:pPr>
                      <a:r>
                        <a:t>Volume Sales, Units</a:t>
                      </a:r>
                    </a:p>
                  </a:txBody>
                  <a:tcPr/>
                </a:tc>
                <a:tc>
                  <a:txBody>
                    <a:bodyPr/>
                    <a:lstStyle/>
                    <a:p>
                      <a:pPr algn="ctr">
                        <a:defRPr sz="1000">
                          <a:latin typeface="Calibri"/>
                        </a:defRPr>
                      </a:pPr>
                      <a:r>
                        <a:t>501</a:t>
                      </a:r>
                    </a:p>
                  </a:txBody>
                  <a:tcPr/>
                </a:tc>
                <a:tc>
                  <a:txBody>
                    <a:bodyPr/>
                    <a:lstStyle/>
                    <a:p>
                      <a:pPr algn="ctr">
                        <a:defRPr sz="1000">
                          <a:latin typeface="Calibri"/>
                        </a:defRPr>
                      </a:pPr>
                      <a:r>
                        <a:t>2 427</a:t>
                      </a:r>
                    </a:p>
                  </a:txBody>
                  <a:tcPr/>
                </a:tc>
                <a:tc>
                  <a:txBody>
                    <a:bodyPr/>
                    <a:lstStyle/>
                    <a:p>
                      <a:pPr algn="ctr">
                        <a:defRPr sz="1000">
                          <a:latin typeface="Calibri"/>
                        </a:defRPr>
                      </a:pPr>
                      <a:r>
                        <a:t>515</a:t>
                      </a:r>
                    </a:p>
                  </a:txBody>
                  <a:tcPr/>
                </a:tc>
                <a:tc>
                  <a:txBody>
                    <a:bodyPr/>
                    <a:lstStyle/>
                    <a:p>
                      <a:pPr algn="ctr">
                        <a:defRPr sz="1000">
                          <a:latin typeface="Calibri"/>
                        </a:defRPr>
                      </a:pPr>
                      <a:r>
                        <a:t>2 552</a:t>
                      </a:r>
                    </a:p>
                  </a:txBody>
                  <a:tcPr/>
                </a:tc>
              </a:tr>
              <a:tr h="244929">
                <a:tc>
                  <a:txBody>
                    <a:bodyPr/>
                    <a:lstStyle/>
                    <a:p>
                      <a:pPr algn="ctr">
                        <a:defRPr sz="1000">
                          <a:latin typeface="Calibri"/>
                        </a:defRPr>
                      </a:pPr>
                      <a:r>
                        <a:t>Value Sales, RUB</a:t>
                      </a:r>
                    </a:p>
                  </a:txBody>
                  <a:tcPr/>
                </a:tc>
                <a:tc>
                  <a:txBody>
                    <a:bodyPr/>
                    <a:lstStyle/>
                    <a:p>
                      <a:pPr algn="ctr">
                        <a:defRPr sz="1000">
                          <a:latin typeface="Calibri"/>
                        </a:defRPr>
                      </a:pPr>
                      <a:r>
                        <a:t>99 813</a:t>
                      </a:r>
                    </a:p>
                  </a:txBody>
                  <a:tcPr/>
                </a:tc>
                <a:tc>
                  <a:txBody>
                    <a:bodyPr/>
                    <a:lstStyle/>
                    <a:p>
                      <a:pPr algn="ctr">
                        <a:defRPr sz="1000">
                          <a:latin typeface="Calibri"/>
                        </a:defRPr>
                      </a:pPr>
                      <a:r>
                        <a:t>487 873</a:t>
                      </a:r>
                    </a:p>
                  </a:txBody>
                  <a:tcPr/>
                </a:tc>
                <a:tc>
                  <a:txBody>
                    <a:bodyPr/>
                    <a:lstStyle/>
                    <a:p>
                      <a:pPr algn="ctr">
                        <a:defRPr sz="1000">
                          <a:latin typeface="Calibri"/>
                        </a:defRPr>
                      </a:pPr>
                      <a:r>
                        <a:t>102 240</a:t>
                      </a:r>
                    </a:p>
                  </a:txBody>
                  <a:tcPr/>
                </a:tc>
                <a:tc>
                  <a:txBody>
                    <a:bodyPr/>
                    <a:lstStyle/>
                    <a:p>
                      <a:pPr algn="ctr">
                        <a:defRPr sz="1000">
                          <a:latin typeface="Calibri"/>
                        </a:defRPr>
                      </a:pPr>
                      <a:r>
                        <a:t>512 570</a:t>
                      </a:r>
                    </a:p>
                  </a:txBody>
                  <a:tcPr/>
                </a:tc>
              </a:tr>
              <a:tr h="244929">
                <a:tc>
                  <a:txBody>
                    <a:bodyPr/>
                    <a:lstStyle/>
                    <a:p>
                      <a:pPr algn="ctr">
                        <a:defRPr sz="1000">
                          <a:latin typeface="Calibri"/>
                        </a:defRPr>
                      </a:pPr>
                      <a:r>
                        <a:t>Incremental Sales, RUB</a:t>
                      </a:r>
                    </a:p>
                  </a:txBody>
                  <a:tcPr/>
                </a:tc>
                <a:tc>
                  <a:txBody>
                    <a:bodyPr/>
                    <a:lstStyle/>
                    <a:p>
                      <a:pPr algn="ctr">
                        <a:defRPr sz="1000">
                          <a:latin typeface="Calibri"/>
                        </a:defRPr>
                      </a:pPr>
                      <a:r>
                        <a:t>-</a:t>
                      </a:r>
                    </a:p>
                  </a:txBody>
                  <a:tcPr/>
                </a:tc>
                <a:tc>
                  <a:txBody>
                    <a:bodyPr/>
                    <a:lstStyle/>
                    <a:p>
                      <a:pPr algn="ctr">
                        <a:defRPr sz="1000">
                          <a:latin typeface="Calibri"/>
                        </a:defRPr>
                      </a:pPr>
                      <a:r>
                        <a:t>-</a:t>
                      </a:r>
                    </a:p>
                  </a:txBody>
                  <a:tcPr/>
                </a:tc>
                <a:tc>
                  <a:txBody>
                    <a:bodyPr/>
                    <a:lstStyle/>
                    <a:p>
                      <a:pPr algn="ctr">
                        <a:defRPr sz="1000">
                          <a:latin typeface="Calibri"/>
                        </a:defRPr>
                      </a:pPr>
                      <a:r>
                        <a:t>2 428</a:t>
                      </a:r>
                    </a:p>
                  </a:txBody>
                  <a:tcPr/>
                </a:tc>
                <a:tc>
                  <a:txBody>
                    <a:bodyPr/>
                    <a:lstStyle/>
                    <a:p>
                      <a:pPr algn="ctr">
                        <a:defRPr sz="1000">
                          <a:latin typeface="Calibri"/>
                        </a:defRPr>
                      </a:pPr>
                      <a:r>
                        <a:t>24 697</a:t>
                      </a:r>
                    </a:p>
                  </a:txBody>
                  <a:tcPr/>
                </a:tc>
              </a:tr>
              <a:tr h="244929">
                <a:tc>
                  <a:txBody>
                    <a:bodyPr/>
                    <a:lstStyle/>
                    <a:p>
                      <a:pPr algn="ctr">
                        <a:defRPr sz="1000">
                          <a:latin typeface="Calibri"/>
                        </a:defRPr>
                      </a:pPr>
                      <a:r>
                        <a:t>Profit, RUB</a:t>
                      </a:r>
                    </a:p>
                  </a:txBody>
                  <a:tcPr/>
                </a:tc>
                <a:tc>
                  <a:txBody>
                    <a:bodyPr/>
                    <a:lstStyle/>
                    <a:p>
                      <a:pPr algn="ctr">
                        <a:defRPr sz="1000">
                          <a:latin typeface="Calibri"/>
                        </a:defRPr>
                      </a:pPr>
                      <a:r>
                        <a:t>-</a:t>
                      </a:r>
                    </a:p>
                  </a:txBody>
                  <a:tcPr/>
                </a:tc>
                <a:tc>
                  <a:txBody>
                    <a:bodyPr/>
                    <a:lstStyle/>
                    <a:p>
                      <a:pPr algn="ctr">
                        <a:defRPr sz="1000">
                          <a:latin typeface="Calibri"/>
                        </a:defRPr>
                      </a:pPr>
                      <a:r>
                        <a:t>-</a:t>
                      </a:r>
                    </a:p>
                  </a:txBody>
                  <a:tcPr/>
                </a:tc>
                <a:tc>
                  <a:txBody>
                    <a:bodyPr/>
                    <a:lstStyle/>
                    <a:p>
                      <a:pPr algn="ctr">
                        <a:defRPr sz="1000">
                          <a:latin typeface="Calibri"/>
                        </a:defRPr>
                      </a:pPr>
                      <a:r>
                        <a:t>-369 997 572</a:t>
                      </a:r>
                    </a:p>
                  </a:txBody>
                  <a:tcPr/>
                </a:tc>
                <a:tc>
                  <a:txBody>
                    <a:bodyPr/>
                    <a:lstStyle/>
                    <a:p>
                      <a:pPr algn="ctr">
                        <a:defRPr sz="1000">
                          <a:latin typeface="Calibri"/>
                        </a:defRPr>
                      </a:pPr>
                      <a:r>
                        <a:t>-1 849 975 303</a:t>
                      </a:r>
                    </a:p>
                  </a:txBody>
                  <a:tcPr/>
                </a:tc>
              </a:tr>
              <a:tr h="244929">
                <a:tc>
                  <a:txBody>
                    <a:bodyPr/>
                    <a:lstStyle/>
                    <a:p>
                      <a:pPr algn="ctr">
                        <a:defRPr sz="1000">
                          <a:latin typeface="Calibri"/>
                        </a:defRPr>
                      </a:pPr>
                      <a:r>
                        <a:t>ROMI</a:t>
                      </a:r>
                    </a:p>
                  </a:txBody>
                  <a:tcPr/>
                </a:tc>
                <a:tc>
                  <a:txBody>
                    <a:bodyPr/>
                    <a:lstStyle/>
                    <a:p>
                      <a:pPr algn="ctr">
                        <a:defRPr sz="1000">
                          <a:latin typeface="Calibri"/>
                        </a:defRPr>
                      </a:pPr>
                      <a:r>
                        <a:t>-</a:t>
                      </a:r>
                    </a:p>
                  </a:txBody>
                  <a:tcPr/>
                </a:tc>
                <a:tc>
                  <a:txBody>
                    <a:bodyPr/>
                    <a:lstStyle/>
                    <a:p>
                      <a:pPr algn="ctr">
                        <a:defRPr sz="1000">
                          <a:latin typeface="Calibri"/>
                        </a:defRPr>
                      </a:pPr>
                      <a:r>
                        <a:t>-</a:t>
                      </a:r>
                    </a:p>
                  </a:txBody>
                  <a:tcPr/>
                </a:tc>
                <a:tc>
                  <a:txBody>
                    <a:bodyPr/>
                    <a:lstStyle/>
                    <a:p>
                      <a:pPr algn="ctr">
                        <a:defRPr sz="1000">
                          <a:latin typeface="Calibri"/>
                        </a:defRPr>
                      </a:pPr>
                      <a:r>
                        <a:t>0.0</a:t>
                      </a:r>
                    </a:p>
                  </a:txBody>
                  <a:tcPr/>
                </a:tc>
                <a:tc>
                  <a:txBody>
                    <a:bodyPr/>
                    <a:lstStyle/>
                    <a:p>
                      <a:pPr algn="ctr">
                        <a:defRPr sz="1000">
                          <a:latin typeface="Calibri"/>
                        </a:defRPr>
                      </a:pPr>
                      <a:r>
                        <a:t>0.0</a:t>
                      </a:r>
                    </a:p>
                  </a:txBody>
                  <a:tcPr/>
                </a:tc>
              </a:tr>
              <a:tr h="244929">
                <a:tc>
                  <a:txBody>
                    <a:bodyPr/>
                    <a:lstStyle/>
                    <a:p>
                      <a:pPr algn="ctr">
                        <a:defRPr sz="1000">
                          <a:latin typeface="Calibri"/>
                        </a:defRPr>
                      </a:pPr>
                      <a:r>
                        <a:t>Volume growth to 2025</a:t>
                      </a:r>
                    </a:p>
                  </a:txBody>
                  <a:tcPr>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1.06%</a:t>
                      </a:r>
                    </a:p>
                  </a:txBody>
                  <a:tcPr>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-2.10%</a:t>
                      </a:r>
                    </a:p>
                  </a:txBody>
                  <a:tcPr>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3.77%</a:t>
                      </a:r>
                    </a:p>
                  </a:txBody>
                  <a:tcPr>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2.92%</a:t>
                      </a:r>
                    </a:p>
                  </a:txBody>
                  <a:tcPr>
                    <a:lnB w="25000" cap="flat" cmpd="sng" algn="ctr">
                      <a:solidFill>
                        <a:srgbClr val="595959"/>
                      </a:solidFill>
                      <a:prstDash val="solid"/>
                      <a:round/>
                      <a:headEnd type="none" w="med" len="med"/>
                      <a:tailEnd type="none" w="med" len="med"/>
                    </a:lnB>
                  </a:tcPr>
                </a:tc>
              </a:tr>
            </a:tbl>
          </a:graphicData>
        </a:graphic>
      </p:graphicFrame>
    </p:spTree>
  </p:cSld>
  <p:clrMapOvr>
    <a:masterClrMapping/>
  </p:clrMapOvr>
</p:sld>
</file>

<file path=ppt/theme/theme1.xml><?xml version="1.0" encoding="utf-8"?>
<a:theme xmlns:a="http://schemas.openxmlformats.org/drawingml/2006/main" name="OKKAM_gen">
  <a:themeElements>
    <a:clrScheme name="Custom 8">
      <a:dk1>
        <a:srgbClr val="000000"/>
      </a:dk1>
      <a:lt1>
        <a:srgbClr val="FFFFFF"/>
      </a:lt1>
      <a:dk2>
        <a:srgbClr val="000000"/>
      </a:dk2>
      <a:lt2>
        <a:srgbClr val="FFFFFF"/>
      </a:lt2>
      <a:accent1>
        <a:srgbClr val="043BF3"/>
      </a:accent1>
      <a:accent2>
        <a:srgbClr val="00E100"/>
      </a:accent2>
      <a:accent3>
        <a:srgbClr val="D400FD"/>
      </a:accent3>
      <a:accent4>
        <a:srgbClr val="FC5E5A"/>
      </a:accent4>
      <a:accent5>
        <a:srgbClr val="F4FF01"/>
      </a:accent5>
      <a:accent6>
        <a:srgbClr val="0DFCFC"/>
      </a:accent6>
      <a:hlink>
        <a:srgbClr val="023FFC"/>
      </a:hlink>
      <a:folHlink>
        <a:srgbClr val="918E93"/>
      </a:folHlink>
    </a:clrScheme>
    <a:fontScheme name="Custom 2">
      <a:majorFont>
        <a:latin typeface="Verdana"/>
        <a:ea typeface=""/>
        <a:cs typeface=""/>
      </a:majorFont>
      <a:minorFont>
        <a:latin typeface="Calibri"/>
        <a:ea typeface=""/>
        <a:cs typeface=""/>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lIns="0" tIns="0" rIns="0" bIns="0" rtlCol="0">
        <a:spAutoFit/>
      </a:bodyPr>
      <a:lstStyle>
        <a:defPPr algn="l">
          <a:spcBef>
            <a:spcPts val="1000"/>
          </a:spcBef>
          <a:defRPr sz="1200" dirty="0" err="1" smtClean="0">
            <a:effectLst/>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Тема Office 2013 – 2022">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19973</TotalTime>
  <Words>0</Words>
  <Application>Microsoft Office PowerPoint</Application>
  <PresentationFormat>Widescreen</PresentationFormat>
  <Paragraphs>0</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Calibri</vt:lpstr>
      <vt:lpstr>Verdana</vt:lpstr>
      <vt:lpstr>Arial</vt:lpstr>
      <vt:lpstr>Ony Okkam</vt:lpstr>
      <vt:lpstr>OKKAM_gen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ОККАМ</dc:title>
  <dc:creator>OKKAM</dc:creator>
  <cp:lastModifiedBy>Alexander Meshkov</cp:lastModifiedBy>
  <cp:revision>221</cp:revision>
  <dcterms:created xsi:type="dcterms:W3CDTF">2022-11-03T16:24:55Z</dcterms:created>
  <dcterms:modified xsi:type="dcterms:W3CDTF">2024-08-29T17:24:33Z</dcterms:modified>
</cp:coreProperties>
</file>